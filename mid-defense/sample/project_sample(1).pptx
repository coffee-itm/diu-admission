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8"/>
  </p:notesMasterIdLst>
  <p:sldIdLst>
    <p:sldId id="256" r:id="rId2"/>
    <p:sldId id="259" r:id="rId3"/>
    <p:sldId id="297" r:id="rId4"/>
    <p:sldId id="310" r:id="rId5"/>
    <p:sldId id="311" r:id="rId6"/>
    <p:sldId id="299" r:id="rId7"/>
    <p:sldId id="301" r:id="rId8"/>
    <p:sldId id="298" r:id="rId9"/>
    <p:sldId id="312" r:id="rId10"/>
    <p:sldId id="296" r:id="rId11"/>
    <p:sldId id="302" r:id="rId12"/>
    <p:sldId id="303" r:id="rId13"/>
    <p:sldId id="304" r:id="rId14"/>
    <p:sldId id="305" r:id="rId15"/>
    <p:sldId id="306" r:id="rId16"/>
    <p:sldId id="307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Archivo" panose="020B0604020202020204" charset="0"/>
      <p:regular r:id="rId21"/>
      <p:bold r:id="rId22"/>
      <p:italic r:id="rId23"/>
      <p:boldItalic r:id="rId24"/>
    </p:embeddedFont>
    <p:embeddedFont>
      <p:font typeface="Nunito Light" panose="020B0604020202020204" pitchFamily="2" charset="0"/>
      <p:regular r:id="rId25"/>
      <p: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Raleway" panose="020B0604020202020204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44DD40-1343-404F-9D37-4D0E9AEA1284}">
  <a:tblStyle styleId="{8944DD40-1343-404F-9D37-4D0E9AEA12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D106F1-DF66-49C6-9F19-2B5CDA471A2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02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>
          <a:extLst>
            <a:ext uri="{FF2B5EF4-FFF2-40B4-BE49-F238E27FC236}">
              <a16:creationId xmlns:a16="http://schemas.microsoft.com/office/drawing/2014/main" id="{CFDA5840-1296-C004-53A1-E13DF477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>
            <a:extLst>
              <a:ext uri="{FF2B5EF4-FFF2-40B4-BE49-F238E27FC236}">
                <a16:creationId xmlns:a16="http://schemas.microsoft.com/office/drawing/2014/main" id="{C7AEB06D-04E2-444F-BB80-13D75A65D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>
            <a:extLst>
              <a:ext uri="{FF2B5EF4-FFF2-40B4-BE49-F238E27FC236}">
                <a16:creationId xmlns:a16="http://schemas.microsoft.com/office/drawing/2014/main" id="{602E9DEE-A4D5-5A2C-D6E1-A3C27879A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007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>
          <a:extLst>
            <a:ext uri="{FF2B5EF4-FFF2-40B4-BE49-F238E27FC236}">
              <a16:creationId xmlns:a16="http://schemas.microsoft.com/office/drawing/2014/main" id="{C6BE2AAA-CF0A-21A0-DEA4-4D5D9296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>
            <a:extLst>
              <a:ext uri="{FF2B5EF4-FFF2-40B4-BE49-F238E27FC236}">
                <a16:creationId xmlns:a16="http://schemas.microsoft.com/office/drawing/2014/main" id="{2123F8D2-AD11-0EFC-382A-F4D2465F4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>
            <a:extLst>
              <a:ext uri="{FF2B5EF4-FFF2-40B4-BE49-F238E27FC236}">
                <a16:creationId xmlns:a16="http://schemas.microsoft.com/office/drawing/2014/main" id="{710EC91F-9B39-65AD-66A5-FE9620C83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246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58a77fcb3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58a77fcb3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36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58a77fcb3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58a77fcb3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596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58a77fcb3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58a77fcb3b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1616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>
          <a:extLst>
            <a:ext uri="{FF2B5EF4-FFF2-40B4-BE49-F238E27FC236}">
              <a16:creationId xmlns:a16="http://schemas.microsoft.com/office/drawing/2014/main" id="{08ED2ED0-255C-086D-2438-234EB1DA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58a77fcb3b_0_71:notes">
            <a:extLst>
              <a:ext uri="{FF2B5EF4-FFF2-40B4-BE49-F238E27FC236}">
                <a16:creationId xmlns:a16="http://schemas.microsoft.com/office/drawing/2014/main" id="{4A8495E5-63AF-F6D7-51B3-161DB2D67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58a77fcb3b_0_71:notes">
            <a:extLst>
              <a:ext uri="{FF2B5EF4-FFF2-40B4-BE49-F238E27FC236}">
                <a16:creationId xmlns:a16="http://schemas.microsoft.com/office/drawing/2014/main" id="{3D218945-192B-A261-0B6D-C31AEC933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849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4677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425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7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624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8901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54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513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07738"/>
            <a:ext cx="6784200" cy="19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02138"/>
            <a:ext cx="4528800" cy="475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653016" y="3729990"/>
            <a:ext cx="897256" cy="896968"/>
          </a:xfrm>
          <a:custGeom>
            <a:avLst/>
            <a:gdLst/>
            <a:ahLst/>
            <a:cxnLst/>
            <a:rect l="l" t="t" r="r" b="b"/>
            <a:pathLst>
              <a:path w="28013" h="28004" extrusionOk="0">
                <a:moveTo>
                  <a:pt x="0" y="1"/>
                </a:moveTo>
                <a:lnTo>
                  <a:pt x="0" y="28004"/>
                </a:lnTo>
                <a:lnTo>
                  <a:pt x="28012" y="28004"/>
                </a:lnTo>
                <a:lnTo>
                  <a:pt x="2801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746342" y="-32"/>
            <a:ext cx="2139956" cy="361491"/>
          </a:xfrm>
          <a:custGeom>
            <a:avLst/>
            <a:gdLst/>
            <a:ahLst/>
            <a:cxnLst/>
            <a:rect l="l" t="t" r="r" b="b"/>
            <a:pathLst>
              <a:path w="66811" h="11286" extrusionOk="0">
                <a:moveTo>
                  <a:pt x="1" y="0"/>
                </a:moveTo>
                <a:lnTo>
                  <a:pt x="1" y="11285"/>
                </a:lnTo>
                <a:lnTo>
                  <a:pt x="66810" y="11285"/>
                </a:lnTo>
                <a:lnTo>
                  <a:pt x="668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240490" y="-32"/>
            <a:ext cx="1858797" cy="522345"/>
          </a:xfrm>
          <a:custGeom>
            <a:avLst/>
            <a:gdLst/>
            <a:ahLst/>
            <a:cxnLst/>
            <a:rect l="l" t="t" r="r" b="b"/>
            <a:pathLst>
              <a:path w="58033" h="16308" extrusionOk="0">
                <a:moveTo>
                  <a:pt x="1" y="0"/>
                </a:moveTo>
                <a:lnTo>
                  <a:pt x="1" y="16308"/>
                </a:lnTo>
                <a:lnTo>
                  <a:pt x="58032" y="16308"/>
                </a:lnTo>
                <a:lnTo>
                  <a:pt x="580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9" y="4789222"/>
            <a:ext cx="2239121" cy="354060"/>
          </a:xfrm>
          <a:custGeom>
            <a:avLst/>
            <a:gdLst/>
            <a:ahLst/>
            <a:cxnLst/>
            <a:rect l="l" t="t" r="r" b="b"/>
            <a:pathLst>
              <a:path w="69907" h="11054" extrusionOk="0">
                <a:moveTo>
                  <a:pt x="1" y="1"/>
                </a:moveTo>
                <a:lnTo>
                  <a:pt x="1" y="11054"/>
                </a:lnTo>
                <a:lnTo>
                  <a:pt x="69906" y="11054"/>
                </a:lnTo>
                <a:lnTo>
                  <a:pt x="6990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8430768" y="2571746"/>
            <a:ext cx="161495" cy="446626"/>
            <a:chOff x="10511443" y="2567621"/>
            <a:chExt cx="161495" cy="446626"/>
          </a:xfrm>
        </p:grpSpPr>
        <p:sp>
          <p:nvSpPr>
            <p:cNvPr id="16" name="Google Shape;16;p2"/>
            <p:cNvSpPr/>
            <p:nvPr/>
          </p:nvSpPr>
          <p:spPr>
            <a:xfrm>
              <a:off x="10538028" y="2583316"/>
              <a:ext cx="134910" cy="92054"/>
            </a:xfrm>
            <a:custGeom>
              <a:avLst/>
              <a:gdLst/>
              <a:ahLst/>
              <a:cxnLst/>
              <a:rect l="l" t="t" r="r" b="b"/>
              <a:pathLst>
                <a:path w="4212" h="2874" extrusionOk="0">
                  <a:moveTo>
                    <a:pt x="2106" y="1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538028" y="2696478"/>
              <a:ext cx="134910" cy="91766"/>
            </a:xfrm>
            <a:custGeom>
              <a:avLst/>
              <a:gdLst/>
              <a:ahLst/>
              <a:cxnLst/>
              <a:rect l="l" t="t" r="r" b="b"/>
              <a:pathLst>
                <a:path w="4212" h="2865" extrusionOk="0">
                  <a:moveTo>
                    <a:pt x="2106" y="0"/>
                  </a:moveTo>
                  <a:lnTo>
                    <a:pt x="1" y="2864"/>
                  </a:lnTo>
                  <a:lnTo>
                    <a:pt x="4211" y="286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0538028" y="2809351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0538028" y="2922225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511443" y="2567621"/>
              <a:ext cx="144071" cy="98300"/>
            </a:xfrm>
            <a:custGeom>
              <a:avLst/>
              <a:gdLst/>
              <a:ahLst/>
              <a:cxnLst/>
              <a:rect l="l" t="t" r="r" b="b"/>
              <a:pathLst>
                <a:path w="4498" h="3069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0511443" y="2680751"/>
              <a:ext cx="144071" cy="98044"/>
            </a:xfrm>
            <a:custGeom>
              <a:avLst/>
              <a:gdLst/>
              <a:ahLst/>
              <a:cxnLst/>
              <a:rect l="l" t="t" r="r" b="b"/>
              <a:pathLst>
                <a:path w="4498" h="3061" extrusionOk="0">
                  <a:moveTo>
                    <a:pt x="2249" y="242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42"/>
                  </a:lnTo>
                  <a:close/>
                  <a:moveTo>
                    <a:pt x="2249" y="1"/>
                  </a:moveTo>
                  <a:lnTo>
                    <a:pt x="1" y="3061"/>
                  </a:lnTo>
                  <a:lnTo>
                    <a:pt x="4497" y="3061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0511443" y="2793625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50"/>
                  </a:lnTo>
                  <a:close/>
                  <a:moveTo>
                    <a:pt x="2249" y="1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511443" y="2906498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7907062" y="1089757"/>
            <a:ext cx="685218" cy="542941"/>
            <a:chOff x="10029712" y="1089757"/>
            <a:chExt cx="685218" cy="542941"/>
          </a:xfrm>
        </p:grpSpPr>
        <p:sp>
          <p:nvSpPr>
            <p:cNvPr id="25" name="Google Shape;25;p2"/>
            <p:cNvSpPr/>
            <p:nvPr/>
          </p:nvSpPr>
          <p:spPr>
            <a:xfrm>
              <a:off x="10677775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677775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0677775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0677775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0515735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515735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0515735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515735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0353728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0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0353728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353728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0353728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0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0191720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0191720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0191720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0191720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0029712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0029712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0029712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0029712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>
            <a:off x="7082370" y="4380039"/>
            <a:ext cx="685250" cy="542941"/>
            <a:chOff x="9849095" y="4380039"/>
            <a:chExt cx="685250" cy="542941"/>
          </a:xfrm>
        </p:grpSpPr>
        <p:sp>
          <p:nvSpPr>
            <p:cNvPr id="46" name="Google Shape;46;p2"/>
            <p:cNvSpPr/>
            <p:nvPr/>
          </p:nvSpPr>
          <p:spPr>
            <a:xfrm>
              <a:off x="9849095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49095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49095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49095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0011135" y="4885824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011135" y="4717218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011135" y="4548644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0011135" y="4380039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0173142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0173142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0173142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0173142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0335150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0335150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0335150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0335150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0497158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0497158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0497158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0497158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2"/>
          <p:cNvSpPr/>
          <p:nvPr/>
        </p:nvSpPr>
        <p:spPr>
          <a:xfrm>
            <a:off x="3622616" y="261109"/>
            <a:ext cx="1174732" cy="177766"/>
          </a:xfrm>
          <a:custGeom>
            <a:avLst/>
            <a:gdLst/>
            <a:ahLst/>
            <a:cxnLst/>
            <a:rect l="l" t="t" r="r" b="b"/>
            <a:pathLst>
              <a:path w="36676" h="5550" extrusionOk="0">
                <a:moveTo>
                  <a:pt x="1" y="1"/>
                </a:moveTo>
                <a:lnTo>
                  <a:pt x="1" y="5550"/>
                </a:lnTo>
                <a:lnTo>
                  <a:pt x="36675" y="5550"/>
                </a:lnTo>
                <a:lnTo>
                  <a:pt x="366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>
            <a:spLocks noGrp="1"/>
          </p:cNvSpPr>
          <p:nvPr>
            <p:ph type="title"/>
          </p:nvPr>
        </p:nvSpPr>
        <p:spPr>
          <a:xfrm>
            <a:off x="713225" y="774975"/>
            <a:ext cx="42948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7"/>
          <p:cNvSpPr txBox="1">
            <a:spLocks noGrp="1"/>
          </p:cNvSpPr>
          <p:nvPr>
            <p:ph type="subTitle" idx="1"/>
          </p:nvPr>
        </p:nvSpPr>
        <p:spPr>
          <a:xfrm>
            <a:off x="713225" y="20702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78" name="Google Shape;178;p7"/>
          <p:cNvSpPr>
            <a:spLocks noGrp="1"/>
          </p:cNvSpPr>
          <p:nvPr>
            <p:ph type="pic" idx="2"/>
          </p:nvPr>
        </p:nvSpPr>
        <p:spPr>
          <a:xfrm flipH="1">
            <a:off x="6357000" y="539500"/>
            <a:ext cx="2787000" cy="4064400"/>
          </a:xfrm>
          <a:prstGeom prst="round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79" name="Google Shape;179;p7"/>
          <p:cNvGrpSpPr/>
          <p:nvPr/>
        </p:nvGrpSpPr>
        <p:grpSpPr>
          <a:xfrm>
            <a:off x="3658191" y="458754"/>
            <a:ext cx="446626" cy="161495"/>
            <a:chOff x="7792641" y="970029"/>
            <a:chExt cx="446626" cy="161495"/>
          </a:xfrm>
        </p:grpSpPr>
        <p:sp>
          <p:nvSpPr>
            <p:cNvPr id="180" name="Google Shape;180;p7"/>
            <p:cNvSpPr/>
            <p:nvPr/>
          </p:nvSpPr>
          <p:spPr>
            <a:xfrm>
              <a:off x="7808336" y="970029"/>
              <a:ext cx="92054" cy="134910"/>
            </a:xfrm>
            <a:custGeom>
              <a:avLst/>
              <a:gdLst/>
              <a:ahLst/>
              <a:cxnLst/>
              <a:rect l="l" t="t" r="r" b="b"/>
              <a:pathLst>
                <a:path w="2874" h="4212" extrusionOk="0">
                  <a:moveTo>
                    <a:pt x="2873" y="1"/>
                  </a:moveTo>
                  <a:lnTo>
                    <a:pt x="1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7921209" y="970029"/>
              <a:ext cx="92054" cy="134910"/>
            </a:xfrm>
            <a:custGeom>
              <a:avLst/>
              <a:gdLst/>
              <a:ahLst/>
              <a:cxnLst/>
              <a:rect l="l" t="t" r="r" b="b"/>
              <a:pathLst>
                <a:path w="2874" h="4212" extrusionOk="0">
                  <a:moveTo>
                    <a:pt x="2873" y="1"/>
                  </a:moveTo>
                  <a:lnTo>
                    <a:pt x="1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8034371" y="970029"/>
              <a:ext cx="91766" cy="134910"/>
            </a:xfrm>
            <a:custGeom>
              <a:avLst/>
              <a:gdLst/>
              <a:ahLst/>
              <a:cxnLst/>
              <a:rect l="l" t="t" r="r" b="b"/>
              <a:pathLst>
                <a:path w="2865" h="4212" extrusionOk="0">
                  <a:moveTo>
                    <a:pt x="2864" y="1"/>
                  </a:moveTo>
                  <a:lnTo>
                    <a:pt x="0" y="2106"/>
                  </a:lnTo>
                  <a:lnTo>
                    <a:pt x="2864" y="4211"/>
                  </a:lnTo>
                  <a:lnTo>
                    <a:pt x="28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8147245" y="970029"/>
              <a:ext cx="92022" cy="134910"/>
            </a:xfrm>
            <a:custGeom>
              <a:avLst/>
              <a:gdLst/>
              <a:ahLst/>
              <a:cxnLst/>
              <a:rect l="l" t="t" r="r" b="b"/>
              <a:pathLst>
                <a:path w="2873" h="4212" extrusionOk="0">
                  <a:moveTo>
                    <a:pt x="2873" y="1"/>
                  </a:moveTo>
                  <a:lnTo>
                    <a:pt x="0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7792641" y="987453"/>
              <a:ext cx="98332" cy="144071"/>
            </a:xfrm>
            <a:custGeom>
              <a:avLst/>
              <a:gdLst/>
              <a:ahLst/>
              <a:cxnLst/>
              <a:rect l="l" t="t" r="r" b="b"/>
              <a:pathLst>
                <a:path w="3070" h="4498" extrusionOk="0">
                  <a:moveTo>
                    <a:pt x="2917" y="286"/>
                  </a:moveTo>
                  <a:lnTo>
                    <a:pt x="2917" y="4212"/>
                  </a:lnTo>
                  <a:lnTo>
                    <a:pt x="250" y="2249"/>
                  </a:lnTo>
                  <a:lnTo>
                    <a:pt x="2917" y="286"/>
                  </a:lnTo>
                  <a:close/>
                  <a:moveTo>
                    <a:pt x="3069" y="1"/>
                  </a:moveTo>
                  <a:lnTo>
                    <a:pt x="0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7905515" y="987453"/>
              <a:ext cx="98300" cy="144071"/>
            </a:xfrm>
            <a:custGeom>
              <a:avLst/>
              <a:gdLst/>
              <a:ahLst/>
              <a:cxnLst/>
              <a:rect l="l" t="t" r="r" b="b"/>
              <a:pathLst>
                <a:path w="3069" h="4498" extrusionOk="0">
                  <a:moveTo>
                    <a:pt x="2926" y="286"/>
                  </a:moveTo>
                  <a:lnTo>
                    <a:pt x="2926" y="4212"/>
                  </a:lnTo>
                  <a:lnTo>
                    <a:pt x="250" y="2249"/>
                  </a:lnTo>
                  <a:lnTo>
                    <a:pt x="2926" y="286"/>
                  </a:lnTo>
                  <a:close/>
                  <a:moveTo>
                    <a:pt x="3069" y="1"/>
                  </a:moveTo>
                  <a:lnTo>
                    <a:pt x="0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8018645" y="987453"/>
              <a:ext cx="98044" cy="144071"/>
            </a:xfrm>
            <a:custGeom>
              <a:avLst/>
              <a:gdLst/>
              <a:ahLst/>
              <a:cxnLst/>
              <a:rect l="l" t="t" r="r" b="b"/>
              <a:pathLst>
                <a:path w="3061" h="4498" extrusionOk="0">
                  <a:moveTo>
                    <a:pt x="2918" y="286"/>
                  </a:moveTo>
                  <a:lnTo>
                    <a:pt x="2918" y="4212"/>
                  </a:lnTo>
                  <a:lnTo>
                    <a:pt x="242" y="2249"/>
                  </a:lnTo>
                  <a:lnTo>
                    <a:pt x="2918" y="286"/>
                  </a:lnTo>
                  <a:close/>
                  <a:moveTo>
                    <a:pt x="3061" y="1"/>
                  </a:moveTo>
                  <a:lnTo>
                    <a:pt x="1" y="2249"/>
                  </a:lnTo>
                  <a:lnTo>
                    <a:pt x="3061" y="4497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131518" y="987453"/>
              <a:ext cx="98332" cy="144071"/>
            </a:xfrm>
            <a:custGeom>
              <a:avLst/>
              <a:gdLst/>
              <a:ahLst/>
              <a:cxnLst/>
              <a:rect l="l" t="t" r="r" b="b"/>
              <a:pathLst>
                <a:path w="3070" h="4498" extrusionOk="0">
                  <a:moveTo>
                    <a:pt x="2918" y="286"/>
                  </a:moveTo>
                  <a:lnTo>
                    <a:pt x="2918" y="4212"/>
                  </a:lnTo>
                  <a:lnTo>
                    <a:pt x="250" y="2249"/>
                  </a:lnTo>
                  <a:lnTo>
                    <a:pt x="2918" y="286"/>
                  </a:lnTo>
                  <a:close/>
                  <a:moveTo>
                    <a:pt x="3069" y="1"/>
                  </a:moveTo>
                  <a:lnTo>
                    <a:pt x="1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Google Shape;188;p7"/>
          <p:cNvSpPr/>
          <p:nvPr/>
        </p:nvSpPr>
        <p:spPr>
          <a:xfrm flipH="1">
            <a:off x="698051" y="-32"/>
            <a:ext cx="1858797" cy="522345"/>
          </a:xfrm>
          <a:custGeom>
            <a:avLst/>
            <a:gdLst/>
            <a:ahLst/>
            <a:cxnLst/>
            <a:rect l="l" t="t" r="r" b="b"/>
            <a:pathLst>
              <a:path w="58033" h="16308" extrusionOk="0">
                <a:moveTo>
                  <a:pt x="1" y="0"/>
                </a:moveTo>
                <a:lnTo>
                  <a:pt x="1" y="16308"/>
                </a:lnTo>
                <a:lnTo>
                  <a:pt x="58032" y="16308"/>
                </a:lnTo>
                <a:lnTo>
                  <a:pt x="580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 flipH="1">
            <a:off x="-10" y="261109"/>
            <a:ext cx="1174732" cy="177766"/>
          </a:xfrm>
          <a:custGeom>
            <a:avLst/>
            <a:gdLst/>
            <a:ahLst/>
            <a:cxnLst/>
            <a:rect l="l" t="t" r="r" b="b"/>
            <a:pathLst>
              <a:path w="36676" h="5550" extrusionOk="0">
                <a:moveTo>
                  <a:pt x="1" y="1"/>
                </a:moveTo>
                <a:lnTo>
                  <a:pt x="1" y="5550"/>
                </a:lnTo>
                <a:lnTo>
                  <a:pt x="36675" y="5550"/>
                </a:lnTo>
                <a:lnTo>
                  <a:pt x="366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904891" y="4789222"/>
            <a:ext cx="2239121" cy="354060"/>
          </a:xfrm>
          <a:custGeom>
            <a:avLst/>
            <a:gdLst/>
            <a:ahLst/>
            <a:cxnLst/>
            <a:rect l="l" t="t" r="r" b="b"/>
            <a:pathLst>
              <a:path w="69907" h="11054" extrusionOk="0">
                <a:moveTo>
                  <a:pt x="1" y="1"/>
                </a:moveTo>
                <a:lnTo>
                  <a:pt x="1" y="11054"/>
                </a:lnTo>
                <a:lnTo>
                  <a:pt x="69906" y="11054"/>
                </a:lnTo>
                <a:lnTo>
                  <a:pt x="6990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3"/>
          <p:cNvSpPr txBox="1">
            <a:spLocks noGrp="1"/>
          </p:cNvSpPr>
          <p:nvPr>
            <p:ph type="title" idx="2" hasCustomPrompt="1"/>
          </p:nvPr>
        </p:nvSpPr>
        <p:spPr>
          <a:xfrm>
            <a:off x="1568338" y="13198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2" name="Google Shape;272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6840963" y="3026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4" hasCustomPrompt="1"/>
          </p:nvPr>
        </p:nvSpPr>
        <p:spPr>
          <a:xfrm>
            <a:off x="1568338" y="18888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>
            <a:spLocks noGrp="1"/>
          </p:cNvSpPr>
          <p:nvPr>
            <p:ph type="title" idx="5" hasCustomPrompt="1"/>
          </p:nvPr>
        </p:nvSpPr>
        <p:spPr>
          <a:xfrm flipH="1">
            <a:off x="6840963" y="3595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13"/>
          <p:cNvSpPr txBox="1">
            <a:spLocks noGrp="1"/>
          </p:cNvSpPr>
          <p:nvPr>
            <p:ph type="title" idx="6" hasCustomPrompt="1"/>
          </p:nvPr>
        </p:nvSpPr>
        <p:spPr>
          <a:xfrm>
            <a:off x="1568338" y="24578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6840963" y="4164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subTitle" idx="1"/>
          </p:nvPr>
        </p:nvSpPr>
        <p:spPr>
          <a:xfrm>
            <a:off x="2362413" y="1319850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8"/>
          </p:nvPr>
        </p:nvSpPr>
        <p:spPr>
          <a:xfrm>
            <a:off x="2362413" y="1888850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79" name="Google Shape;279;p13"/>
          <p:cNvSpPr txBox="1">
            <a:spLocks noGrp="1"/>
          </p:cNvSpPr>
          <p:nvPr>
            <p:ph type="subTitle" idx="9"/>
          </p:nvPr>
        </p:nvSpPr>
        <p:spPr>
          <a:xfrm>
            <a:off x="2362413" y="2457850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0" name="Google Shape;280;p13"/>
          <p:cNvSpPr txBox="1">
            <a:spLocks noGrp="1"/>
          </p:cNvSpPr>
          <p:nvPr>
            <p:ph type="subTitle" idx="13"/>
          </p:nvPr>
        </p:nvSpPr>
        <p:spPr>
          <a:xfrm flipH="1">
            <a:off x="3989163" y="3026850"/>
            <a:ext cx="28518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1" name="Google Shape;281;p13"/>
          <p:cNvSpPr txBox="1">
            <a:spLocks noGrp="1"/>
          </p:cNvSpPr>
          <p:nvPr>
            <p:ph type="subTitle" idx="14"/>
          </p:nvPr>
        </p:nvSpPr>
        <p:spPr>
          <a:xfrm flipH="1">
            <a:off x="3989163" y="3595850"/>
            <a:ext cx="28518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2" name="Google Shape;282;p13"/>
          <p:cNvSpPr txBox="1">
            <a:spLocks noGrp="1"/>
          </p:cNvSpPr>
          <p:nvPr>
            <p:ph type="subTitle" idx="15"/>
          </p:nvPr>
        </p:nvSpPr>
        <p:spPr>
          <a:xfrm flipH="1">
            <a:off x="3989163" y="4164850"/>
            <a:ext cx="28518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3" name="Google Shape;283;p13"/>
          <p:cNvSpPr/>
          <p:nvPr/>
        </p:nvSpPr>
        <p:spPr>
          <a:xfrm flipH="1">
            <a:off x="7285201" y="-32"/>
            <a:ext cx="1858797" cy="522345"/>
          </a:xfrm>
          <a:custGeom>
            <a:avLst/>
            <a:gdLst/>
            <a:ahLst/>
            <a:cxnLst/>
            <a:rect l="l" t="t" r="r" b="b"/>
            <a:pathLst>
              <a:path w="58033" h="16308" extrusionOk="0">
                <a:moveTo>
                  <a:pt x="1" y="0"/>
                </a:moveTo>
                <a:lnTo>
                  <a:pt x="1" y="16308"/>
                </a:lnTo>
                <a:lnTo>
                  <a:pt x="58032" y="16308"/>
                </a:lnTo>
                <a:lnTo>
                  <a:pt x="580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 flipH="1">
            <a:off x="6587140" y="261109"/>
            <a:ext cx="1174732" cy="177766"/>
          </a:xfrm>
          <a:custGeom>
            <a:avLst/>
            <a:gdLst/>
            <a:ahLst/>
            <a:cxnLst/>
            <a:rect l="l" t="t" r="r" b="b"/>
            <a:pathLst>
              <a:path w="36676" h="5550" extrusionOk="0">
                <a:moveTo>
                  <a:pt x="1" y="1"/>
                </a:moveTo>
                <a:lnTo>
                  <a:pt x="1" y="5550"/>
                </a:lnTo>
                <a:lnTo>
                  <a:pt x="36675" y="5550"/>
                </a:lnTo>
                <a:lnTo>
                  <a:pt x="366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5" name="Google Shape;285;p13"/>
          <p:cNvGrpSpPr/>
          <p:nvPr/>
        </p:nvGrpSpPr>
        <p:grpSpPr>
          <a:xfrm>
            <a:off x="8430768" y="2348434"/>
            <a:ext cx="161495" cy="446626"/>
            <a:chOff x="10511443" y="2567621"/>
            <a:chExt cx="161495" cy="446626"/>
          </a:xfrm>
        </p:grpSpPr>
        <p:sp>
          <p:nvSpPr>
            <p:cNvPr id="286" name="Google Shape;286;p13"/>
            <p:cNvSpPr/>
            <p:nvPr/>
          </p:nvSpPr>
          <p:spPr>
            <a:xfrm>
              <a:off x="10538028" y="2583316"/>
              <a:ext cx="134910" cy="92054"/>
            </a:xfrm>
            <a:custGeom>
              <a:avLst/>
              <a:gdLst/>
              <a:ahLst/>
              <a:cxnLst/>
              <a:rect l="l" t="t" r="r" b="b"/>
              <a:pathLst>
                <a:path w="4212" h="2874" extrusionOk="0">
                  <a:moveTo>
                    <a:pt x="2106" y="1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10538028" y="2696478"/>
              <a:ext cx="134910" cy="91766"/>
            </a:xfrm>
            <a:custGeom>
              <a:avLst/>
              <a:gdLst/>
              <a:ahLst/>
              <a:cxnLst/>
              <a:rect l="l" t="t" r="r" b="b"/>
              <a:pathLst>
                <a:path w="4212" h="2865" extrusionOk="0">
                  <a:moveTo>
                    <a:pt x="2106" y="0"/>
                  </a:moveTo>
                  <a:lnTo>
                    <a:pt x="1" y="2864"/>
                  </a:lnTo>
                  <a:lnTo>
                    <a:pt x="4211" y="286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10538028" y="2809351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10538028" y="2922225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10511443" y="2567621"/>
              <a:ext cx="144071" cy="98300"/>
            </a:xfrm>
            <a:custGeom>
              <a:avLst/>
              <a:gdLst/>
              <a:ahLst/>
              <a:cxnLst/>
              <a:rect l="l" t="t" r="r" b="b"/>
              <a:pathLst>
                <a:path w="4498" h="3069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10511443" y="2680751"/>
              <a:ext cx="144071" cy="98044"/>
            </a:xfrm>
            <a:custGeom>
              <a:avLst/>
              <a:gdLst/>
              <a:ahLst/>
              <a:cxnLst/>
              <a:rect l="l" t="t" r="r" b="b"/>
              <a:pathLst>
                <a:path w="4498" h="3061" extrusionOk="0">
                  <a:moveTo>
                    <a:pt x="2249" y="242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42"/>
                  </a:lnTo>
                  <a:close/>
                  <a:moveTo>
                    <a:pt x="2249" y="1"/>
                  </a:moveTo>
                  <a:lnTo>
                    <a:pt x="1" y="3061"/>
                  </a:lnTo>
                  <a:lnTo>
                    <a:pt x="4497" y="3061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10511443" y="2793625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50"/>
                  </a:lnTo>
                  <a:close/>
                  <a:moveTo>
                    <a:pt x="2249" y="1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10511443" y="2906498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" name="Google Shape;294;p13"/>
          <p:cNvGrpSpPr/>
          <p:nvPr/>
        </p:nvGrpSpPr>
        <p:grpSpPr>
          <a:xfrm>
            <a:off x="7907062" y="1089757"/>
            <a:ext cx="685218" cy="542941"/>
            <a:chOff x="10029712" y="1089757"/>
            <a:chExt cx="685218" cy="542941"/>
          </a:xfrm>
        </p:grpSpPr>
        <p:sp>
          <p:nvSpPr>
            <p:cNvPr id="295" name="Google Shape;295;p13"/>
            <p:cNvSpPr/>
            <p:nvPr/>
          </p:nvSpPr>
          <p:spPr>
            <a:xfrm>
              <a:off x="10677775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0677775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0677775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0677775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0515735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10515735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10515735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10515735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10353728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0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10353728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10353728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10353728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0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10191720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10191720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10191720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10191720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10029712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10029712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10029712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10029712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13"/>
          <p:cNvSpPr/>
          <p:nvPr/>
        </p:nvSpPr>
        <p:spPr>
          <a:xfrm>
            <a:off x="-9" y="4789222"/>
            <a:ext cx="2239121" cy="354060"/>
          </a:xfrm>
          <a:custGeom>
            <a:avLst/>
            <a:gdLst/>
            <a:ahLst/>
            <a:cxnLst/>
            <a:rect l="l" t="t" r="r" b="b"/>
            <a:pathLst>
              <a:path w="69907" h="11054" extrusionOk="0">
                <a:moveTo>
                  <a:pt x="1" y="1"/>
                </a:moveTo>
                <a:lnTo>
                  <a:pt x="1" y="11054"/>
                </a:lnTo>
                <a:lnTo>
                  <a:pt x="69906" y="11054"/>
                </a:lnTo>
                <a:lnTo>
                  <a:pt x="6990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13"/>
          <p:cNvGrpSpPr/>
          <p:nvPr/>
        </p:nvGrpSpPr>
        <p:grpSpPr>
          <a:xfrm>
            <a:off x="370595" y="4380039"/>
            <a:ext cx="685250" cy="542941"/>
            <a:chOff x="9849095" y="4380039"/>
            <a:chExt cx="685250" cy="542941"/>
          </a:xfrm>
        </p:grpSpPr>
        <p:sp>
          <p:nvSpPr>
            <p:cNvPr id="317" name="Google Shape;317;p13"/>
            <p:cNvSpPr/>
            <p:nvPr/>
          </p:nvSpPr>
          <p:spPr>
            <a:xfrm>
              <a:off x="9849095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9849095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9849095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9849095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10011135" y="4885824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10011135" y="4717218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10011135" y="4548644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10011135" y="4380039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10173142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10173142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10173142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10173142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0335150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0335150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0335150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10335150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10497158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10497158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10497158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10497158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3"/>
          <p:cNvSpPr/>
          <p:nvPr/>
        </p:nvSpPr>
        <p:spPr>
          <a:xfrm>
            <a:off x="7653016" y="3729990"/>
            <a:ext cx="897256" cy="896968"/>
          </a:xfrm>
          <a:custGeom>
            <a:avLst/>
            <a:gdLst/>
            <a:ahLst/>
            <a:cxnLst/>
            <a:rect l="l" t="t" r="r" b="b"/>
            <a:pathLst>
              <a:path w="28013" h="28004" extrusionOk="0">
                <a:moveTo>
                  <a:pt x="0" y="1"/>
                </a:moveTo>
                <a:lnTo>
                  <a:pt x="0" y="28004"/>
                </a:lnTo>
                <a:lnTo>
                  <a:pt x="28012" y="28004"/>
                </a:lnTo>
                <a:lnTo>
                  <a:pt x="2801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3"/>
          <p:cNvSpPr/>
          <p:nvPr/>
        </p:nvSpPr>
        <p:spPr>
          <a:xfrm>
            <a:off x="6746342" y="-32"/>
            <a:ext cx="2139956" cy="361491"/>
          </a:xfrm>
          <a:custGeom>
            <a:avLst/>
            <a:gdLst/>
            <a:ahLst/>
            <a:cxnLst/>
            <a:rect l="l" t="t" r="r" b="b"/>
            <a:pathLst>
              <a:path w="66811" h="11286" extrusionOk="0">
                <a:moveTo>
                  <a:pt x="1" y="0"/>
                </a:moveTo>
                <a:lnTo>
                  <a:pt x="1" y="11285"/>
                </a:lnTo>
                <a:lnTo>
                  <a:pt x="66810" y="11285"/>
                </a:lnTo>
                <a:lnTo>
                  <a:pt x="668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3"/>
          <p:cNvSpPr/>
          <p:nvPr/>
        </p:nvSpPr>
        <p:spPr>
          <a:xfrm>
            <a:off x="2240490" y="-32"/>
            <a:ext cx="1858797" cy="522345"/>
          </a:xfrm>
          <a:custGeom>
            <a:avLst/>
            <a:gdLst/>
            <a:ahLst/>
            <a:cxnLst/>
            <a:rect l="l" t="t" r="r" b="b"/>
            <a:pathLst>
              <a:path w="58033" h="16308" extrusionOk="0">
                <a:moveTo>
                  <a:pt x="1" y="0"/>
                </a:moveTo>
                <a:lnTo>
                  <a:pt x="1" y="16308"/>
                </a:lnTo>
                <a:lnTo>
                  <a:pt x="58032" y="16308"/>
                </a:lnTo>
                <a:lnTo>
                  <a:pt x="580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3"/>
          <p:cNvSpPr/>
          <p:nvPr/>
        </p:nvSpPr>
        <p:spPr>
          <a:xfrm>
            <a:off x="-9" y="4789222"/>
            <a:ext cx="2239121" cy="354060"/>
          </a:xfrm>
          <a:custGeom>
            <a:avLst/>
            <a:gdLst/>
            <a:ahLst/>
            <a:cxnLst/>
            <a:rect l="l" t="t" r="r" b="b"/>
            <a:pathLst>
              <a:path w="69907" h="11054" extrusionOk="0">
                <a:moveTo>
                  <a:pt x="1" y="1"/>
                </a:moveTo>
                <a:lnTo>
                  <a:pt x="1" y="11054"/>
                </a:lnTo>
                <a:lnTo>
                  <a:pt x="69906" y="11054"/>
                </a:lnTo>
                <a:lnTo>
                  <a:pt x="6990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" name="Google Shape;779;p23"/>
          <p:cNvGrpSpPr/>
          <p:nvPr/>
        </p:nvGrpSpPr>
        <p:grpSpPr>
          <a:xfrm>
            <a:off x="8430768" y="2571746"/>
            <a:ext cx="161495" cy="446626"/>
            <a:chOff x="10511443" y="2567621"/>
            <a:chExt cx="161495" cy="446626"/>
          </a:xfrm>
        </p:grpSpPr>
        <p:sp>
          <p:nvSpPr>
            <p:cNvPr id="780" name="Google Shape;780;p23"/>
            <p:cNvSpPr/>
            <p:nvPr/>
          </p:nvSpPr>
          <p:spPr>
            <a:xfrm>
              <a:off x="10538028" y="2583316"/>
              <a:ext cx="134910" cy="92054"/>
            </a:xfrm>
            <a:custGeom>
              <a:avLst/>
              <a:gdLst/>
              <a:ahLst/>
              <a:cxnLst/>
              <a:rect l="l" t="t" r="r" b="b"/>
              <a:pathLst>
                <a:path w="4212" h="2874" extrusionOk="0">
                  <a:moveTo>
                    <a:pt x="2106" y="1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10538028" y="2696478"/>
              <a:ext cx="134910" cy="91766"/>
            </a:xfrm>
            <a:custGeom>
              <a:avLst/>
              <a:gdLst/>
              <a:ahLst/>
              <a:cxnLst/>
              <a:rect l="l" t="t" r="r" b="b"/>
              <a:pathLst>
                <a:path w="4212" h="2865" extrusionOk="0">
                  <a:moveTo>
                    <a:pt x="2106" y="0"/>
                  </a:moveTo>
                  <a:lnTo>
                    <a:pt x="1" y="2864"/>
                  </a:lnTo>
                  <a:lnTo>
                    <a:pt x="4211" y="286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10538028" y="2809351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10538028" y="2922225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10511443" y="2567621"/>
              <a:ext cx="144071" cy="98300"/>
            </a:xfrm>
            <a:custGeom>
              <a:avLst/>
              <a:gdLst/>
              <a:ahLst/>
              <a:cxnLst/>
              <a:rect l="l" t="t" r="r" b="b"/>
              <a:pathLst>
                <a:path w="4498" h="3069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10511443" y="2680751"/>
              <a:ext cx="144071" cy="98044"/>
            </a:xfrm>
            <a:custGeom>
              <a:avLst/>
              <a:gdLst/>
              <a:ahLst/>
              <a:cxnLst/>
              <a:rect l="l" t="t" r="r" b="b"/>
              <a:pathLst>
                <a:path w="4498" h="3061" extrusionOk="0">
                  <a:moveTo>
                    <a:pt x="2249" y="242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42"/>
                  </a:lnTo>
                  <a:close/>
                  <a:moveTo>
                    <a:pt x="2249" y="1"/>
                  </a:moveTo>
                  <a:lnTo>
                    <a:pt x="1" y="3061"/>
                  </a:lnTo>
                  <a:lnTo>
                    <a:pt x="4497" y="3061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10511443" y="2793625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50"/>
                  </a:lnTo>
                  <a:close/>
                  <a:moveTo>
                    <a:pt x="2249" y="1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10511443" y="2906498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" name="Google Shape;788;p23"/>
          <p:cNvGrpSpPr/>
          <p:nvPr/>
        </p:nvGrpSpPr>
        <p:grpSpPr>
          <a:xfrm>
            <a:off x="7907062" y="1089757"/>
            <a:ext cx="685218" cy="542941"/>
            <a:chOff x="10029712" y="1089757"/>
            <a:chExt cx="685218" cy="542941"/>
          </a:xfrm>
        </p:grpSpPr>
        <p:sp>
          <p:nvSpPr>
            <p:cNvPr id="789" name="Google Shape;789;p23"/>
            <p:cNvSpPr/>
            <p:nvPr/>
          </p:nvSpPr>
          <p:spPr>
            <a:xfrm>
              <a:off x="10677775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10677775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3"/>
            <p:cNvSpPr/>
            <p:nvPr/>
          </p:nvSpPr>
          <p:spPr>
            <a:xfrm>
              <a:off x="10677775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10677775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10515735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10515735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10515735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10515735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10353728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0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10353728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10353728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0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10353728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0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10191720" y="108975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10191720" y="1258363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10191720" y="1426937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10191720" y="1595511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10029712" y="108975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10029712" y="1258363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10029712" y="1426937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10029712" y="1595511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23"/>
          <p:cNvGrpSpPr/>
          <p:nvPr/>
        </p:nvGrpSpPr>
        <p:grpSpPr>
          <a:xfrm>
            <a:off x="7082370" y="4380039"/>
            <a:ext cx="685250" cy="542941"/>
            <a:chOff x="9849095" y="4380039"/>
            <a:chExt cx="685250" cy="542941"/>
          </a:xfrm>
        </p:grpSpPr>
        <p:sp>
          <p:nvSpPr>
            <p:cNvPr id="810" name="Google Shape;810;p23"/>
            <p:cNvSpPr/>
            <p:nvPr/>
          </p:nvSpPr>
          <p:spPr>
            <a:xfrm>
              <a:off x="9849095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9849095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9849095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9849095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10011135" y="4885824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10011135" y="4717218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10011135" y="4548644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10011135" y="4380039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10173142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10173142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10173142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10173142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10335150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10335150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10335150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10335150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10497158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3"/>
            <p:cNvSpPr/>
            <p:nvPr/>
          </p:nvSpPr>
          <p:spPr>
            <a:xfrm>
              <a:off x="10497158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3"/>
            <p:cNvSpPr/>
            <p:nvPr/>
          </p:nvSpPr>
          <p:spPr>
            <a:xfrm>
              <a:off x="10497158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10497158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0" name="Google Shape;830;p23"/>
          <p:cNvSpPr/>
          <p:nvPr/>
        </p:nvSpPr>
        <p:spPr>
          <a:xfrm>
            <a:off x="3622616" y="261109"/>
            <a:ext cx="1174732" cy="177766"/>
          </a:xfrm>
          <a:custGeom>
            <a:avLst/>
            <a:gdLst/>
            <a:ahLst/>
            <a:cxnLst/>
            <a:rect l="l" t="t" r="r" b="b"/>
            <a:pathLst>
              <a:path w="36676" h="5550" extrusionOk="0">
                <a:moveTo>
                  <a:pt x="1" y="1"/>
                </a:moveTo>
                <a:lnTo>
                  <a:pt x="1" y="5550"/>
                </a:lnTo>
                <a:lnTo>
                  <a:pt x="36675" y="5550"/>
                </a:lnTo>
                <a:lnTo>
                  <a:pt x="366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" name="Google Shape;832;p24"/>
          <p:cNvGrpSpPr/>
          <p:nvPr/>
        </p:nvGrpSpPr>
        <p:grpSpPr>
          <a:xfrm>
            <a:off x="8430768" y="2571746"/>
            <a:ext cx="161495" cy="446626"/>
            <a:chOff x="10511443" y="2567621"/>
            <a:chExt cx="161495" cy="446626"/>
          </a:xfrm>
        </p:grpSpPr>
        <p:sp>
          <p:nvSpPr>
            <p:cNvPr id="833" name="Google Shape;833;p24"/>
            <p:cNvSpPr/>
            <p:nvPr/>
          </p:nvSpPr>
          <p:spPr>
            <a:xfrm>
              <a:off x="10538028" y="2583316"/>
              <a:ext cx="134910" cy="92054"/>
            </a:xfrm>
            <a:custGeom>
              <a:avLst/>
              <a:gdLst/>
              <a:ahLst/>
              <a:cxnLst/>
              <a:rect l="l" t="t" r="r" b="b"/>
              <a:pathLst>
                <a:path w="4212" h="2874" extrusionOk="0">
                  <a:moveTo>
                    <a:pt x="2106" y="1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10538028" y="2696478"/>
              <a:ext cx="134910" cy="91766"/>
            </a:xfrm>
            <a:custGeom>
              <a:avLst/>
              <a:gdLst/>
              <a:ahLst/>
              <a:cxnLst/>
              <a:rect l="l" t="t" r="r" b="b"/>
              <a:pathLst>
                <a:path w="4212" h="2865" extrusionOk="0">
                  <a:moveTo>
                    <a:pt x="2106" y="0"/>
                  </a:moveTo>
                  <a:lnTo>
                    <a:pt x="1" y="2864"/>
                  </a:lnTo>
                  <a:lnTo>
                    <a:pt x="4211" y="2864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10538028" y="2809351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10538028" y="2922225"/>
              <a:ext cx="134910" cy="92022"/>
            </a:xfrm>
            <a:custGeom>
              <a:avLst/>
              <a:gdLst/>
              <a:ahLst/>
              <a:cxnLst/>
              <a:rect l="l" t="t" r="r" b="b"/>
              <a:pathLst>
                <a:path w="4212" h="2873" extrusionOk="0">
                  <a:moveTo>
                    <a:pt x="2106" y="0"/>
                  </a:moveTo>
                  <a:lnTo>
                    <a:pt x="1" y="2873"/>
                  </a:lnTo>
                  <a:lnTo>
                    <a:pt x="4211" y="2873"/>
                  </a:lnTo>
                  <a:lnTo>
                    <a:pt x="21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10511443" y="2567621"/>
              <a:ext cx="144071" cy="98300"/>
            </a:xfrm>
            <a:custGeom>
              <a:avLst/>
              <a:gdLst/>
              <a:ahLst/>
              <a:cxnLst/>
              <a:rect l="l" t="t" r="r" b="b"/>
              <a:pathLst>
                <a:path w="4498" h="3069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10511443" y="2680751"/>
              <a:ext cx="144071" cy="98044"/>
            </a:xfrm>
            <a:custGeom>
              <a:avLst/>
              <a:gdLst/>
              <a:ahLst/>
              <a:cxnLst/>
              <a:rect l="l" t="t" r="r" b="b"/>
              <a:pathLst>
                <a:path w="4498" h="3061" extrusionOk="0">
                  <a:moveTo>
                    <a:pt x="2249" y="242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42"/>
                  </a:lnTo>
                  <a:close/>
                  <a:moveTo>
                    <a:pt x="2249" y="1"/>
                  </a:moveTo>
                  <a:lnTo>
                    <a:pt x="1" y="3061"/>
                  </a:lnTo>
                  <a:lnTo>
                    <a:pt x="4497" y="3061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10511443" y="2793625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18"/>
                  </a:lnTo>
                  <a:lnTo>
                    <a:pt x="286" y="2918"/>
                  </a:lnTo>
                  <a:lnTo>
                    <a:pt x="2249" y="250"/>
                  </a:lnTo>
                  <a:close/>
                  <a:moveTo>
                    <a:pt x="2249" y="1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10511443" y="2906498"/>
              <a:ext cx="144071" cy="98332"/>
            </a:xfrm>
            <a:custGeom>
              <a:avLst/>
              <a:gdLst/>
              <a:ahLst/>
              <a:cxnLst/>
              <a:rect l="l" t="t" r="r" b="b"/>
              <a:pathLst>
                <a:path w="4498" h="3070" extrusionOk="0">
                  <a:moveTo>
                    <a:pt x="2249" y="250"/>
                  </a:moveTo>
                  <a:lnTo>
                    <a:pt x="4212" y="2926"/>
                  </a:lnTo>
                  <a:lnTo>
                    <a:pt x="286" y="2926"/>
                  </a:lnTo>
                  <a:lnTo>
                    <a:pt x="2249" y="250"/>
                  </a:lnTo>
                  <a:close/>
                  <a:moveTo>
                    <a:pt x="2249" y="0"/>
                  </a:moveTo>
                  <a:lnTo>
                    <a:pt x="1" y="3069"/>
                  </a:lnTo>
                  <a:lnTo>
                    <a:pt x="4497" y="3069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1" name="Google Shape;841;p24"/>
          <p:cNvSpPr/>
          <p:nvPr/>
        </p:nvSpPr>
        <p:spPr>
          <a:xfrm rot="-5400000">
            <a:off x="-942534" y="3846922"/>
            <a:ext cx="2239121" cy="354060"/>
          </a:xfrm>
          <a:custGeom>
            <a:avLst/>
            <a:gdLst/>
            <a:ahLst/>
            <a:cxnLst/>
            <a:rect l="l" t="t" r="r" b="b"/>
            <a:pathLst>
              <a:path w="69907" h="11054" extrusionOk="0">
                <a:moveTo>
                  <a:pt x="1" y="1"/>
                </a:moveTo>
                <a:lnTo>
                  <a:pt x="1" y="11054"/>
                </a:lnTo>
                <a:lnTo>
                  <a:pt x="69906" y="11054"/>
                </a:lnTo>
                <a:lnTo>
                  <a:pt x="6990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24"/>
          <p:cNvSpPr/>
          <p:nvPr/>
        </p:nvSpPr>
        <p:spPr>
          <a:xfrm>
            <a:off x="-9" y="261109"/>
            <a:ext cx="1174732" cy="177766"/>
          </a:xfrm>
          <a:custGeom>
            <a:avLst/>
            <a:gdLst/>
            <a:ahLst/>
            <a:cxnLst/>
            <a:rect l="l" t="t" r="r" b="b"/>
            <a:pathLst>
              <a:path w="36676" h="5550" extrusionOk="0">
                <a:moveTo>
                  <a:pt x="1" y="1"/>
                </a:moveTo>
                <a:lnTo>
                  <a:pt x="1" y="5550"/>
                </a:lnTo>
                <a:lnTo>
                  <a:pt x="36675" y="5550"/>
                </a:lnTo>
                <a:lnTo>
                  <a:pt x="3667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3" name="Google Shape;843;p24"/>
          <p:cNvGrpSpPr/>
          <p:nvPr/>
        </p:nvGrpSpPr>
        <p:grpSpPr>
          <a:xfrm rot="10800000">
            <a:off x="8088159" y="220291"/>
            <a:ext cx="685250" cy="542941"/>
            <a:chOff x="9849095" y="4380039"/>
            <a:chExt cx="685250" cy="542941"/>
          </a:xfrm>
        </p:grpSpPr>
        <p:sp>
          <p:nvSpPr>
            <p:cNvPr id="844" name="Google Shape;844;p24"/>
            <p:cNvSpPr/>
            <p:nvPr/>
          </p:nvSpPr>
          <p:spPr>
            <a:xfrm>
              <a:off x="9849095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9849095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9849095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9849095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10011135" y="4885824"/>
              <a:ext cx="37155" cy="37155"/>
            </a:xfrm>
            <a:custGeom>
              <a:avLst/>
              <a:gdLst/>
              <a:ahLst/>
              <a:cxnLst/>
              <a:rect l="l" t="t" r="r" b="b"/>
              <a:pathLst>
                <a:path w="1160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10011135" y="4717218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10011135" y="4548644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10011135" y="4380039"/>
              <a:ext cx="37155" cy="37187"/>
            </a:xfrm>
            <a:custGeom>
              <a:avLst/>
              <a:gdLst/>
              <a:ahLst/>
              <a:cxnLst/>
              <a:rect l="l" t="t" r="r" b="b"/>
              <a:pathLst>
                <a:path w="1160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10173142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10173142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59"/>
                    <a:pt x="0" y="581"/>
                  </a:cubicBezTo>
                  <a:cubicBezTo>
                    <a:pt x="0" y="902"/>
                    <a:pt x="259" y="1160"/>
                    <a:pt x="580" y="1160"/>
                  </a:cubicBezTo>
                  <a:cubicBezTo>
                    <a:pt x="901" y="1160"/>
                    <a:pt x="1160" y="902"/>
                    <a:pt x="1160" y="581"/>
                  </a:cubicBezTo>
                  <a:cubicBezTo>
                    <a:pt x="1160" y="259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10173142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0"/>
                  </a:moveTo>
                  <a:cubicBezTo>
                    <a:pt x="259" y="0"/>
                    <a:pt x="0" y="259"/>
                    <a:pt x="0" y="580"/>
                  </a:cubicBezTo>
                  <a:cubicBezTo>
                    <a:pt x="0" y="901"/>
                    <a:pt x="259" y="1160"/>
                    <a:pt x="580" y="1160"/>
                  </a:cubicBezTo>
                  <a:cubicBezTo>
                    <a:pt x="901" y="1160"/>
                    <a:pt x="1160" y="901"/>
                    <a:pt x="1160" y="580"/>
                  </a:cubicBezTo>
                  <a:cubicBezTo>
                    <a:pt x="1160" y="259"/>
                    <a:pt x="901" y="0"/>
                    <a:pt x="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10173142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0" y="1"/>
                  </a:moveTo>
                  <a:cubicBezTo>
                    <a:pt x="259" y="1"/>
                    <a:pt x="0" y="260"/>
                    <a:pt x="0" y="581"/>
                  </a:cubicBezTo>
                  <a:cubicBezTo>
                    <a:pt x="0" y="902"/>
                    <a:pt x="259" y="1161"/>
                    <a:pt x="580" y="1161"/>
                  </a:cubicBezTo>
                  <a:cubicBezTo>
                    <a:pt x="901" y="1161"/>
                    <a:pt x="1160" y="902"/>
                    <a:pt x="1160" y="581"/>
                  </a:cubicBezTo>
                  <a:cubicBezTo>
                    <a:pt x="1160" y="260"/>
                    <a:pt x="901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10335150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10335150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59"/>
                    <a:pt x="1" y="581"/>
                  </a:cubicBezTo>
                  <a:cubicBezTo>
                    <a:pt x="1" y="902"/>
                    <a:pt x="259" y="1160"/>
                    <a:pt x="581" y="1160"/>
                  </a:cubicBezTo>
                  <a:cubicBezTo>
                    <a:pt x="902" y="1160"/>
                    <a:pt x="1160" y="902"/>
                    <a:pt x="1160" y="581"/>
                  </a:cubicBezTo>
                  <a:cubicBezTo>
                    <a:pt x="1160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10335150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59" y="0"/>
                    <a:pt x="1" y="259"/>
                    <a:pt x="1" y="580"/>
                  </a:cubicBezTo>
                  <a:cubicBezTo>
                    <a:pt x="1" y="901"/>
                    <a:pt x="259" y="1160"/>
                    <a:pt x="581" y="1160"/>
                  </a:cubicBezTo>
                  <a:cubicBezTo>
                    <a:pt x="902" y="1160"/>
                    <a:pt x="1160" y="901"/>
                    <a:pt x="1160" y="580"/>
                  </a:cubicBezTo>
                  <a:cubicBezTo>
                    <a:pt x="1160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10335150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59" y="1"/>
                    <a:pt x="1" y="260"/>
                    <a:pt x="1" y="581"/>
                  </a:cubicBezTo>
                  <a:cubicBezTo>
                    <a:pt x="1" y="902"/>
                    <a:pt x="259" y="1161"/>
                    <a:pt x="581" y="1161"/>
                  </a:cubicBezTo>
                  <a:cubicBezTo>
                    <a:pt x="902" y="1161"/>
                    <a:pt x="1160" y="902"/>
                    <a:pt x="1160" y="581"/>
                  </a:cubicBezTo>
                  <a:cubicBezTo>
                    <a:pt x="1160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10497158" y="4885824"/>
              <a:ext cx="37187" cy="37155"/>
            </a:xfrm>
            <a:custGeom>
              <a:avLst/>
              <a:gdLst/>
              <a:ahLst/>
              <a:cxnLst/>
              <a:rect l="l" t="t" r="r" b="b"/>
              <a:pathLst>
                <a:path w="1161" h="1160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10497158" y="4717218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59"/>
                    <a:pt x="1" y="581"/>
                  </a:cubicBezTo>
                  <a:cubicBezTo>
                    <a:pt x="1" y="902"/>
                    <a:pt x="260" y="1160"/>
                    <a:pt x="581" y="1160"/>
                  </a:cubicBezTo>
                  <a:cubicBezTo>
                    <a:pt x="902" y="1160"/>
                    <a:pt x="1161" y="902"/>
                    <a:pt x="1161" y="581"/>
                  </a:cubicBezTo>
                  <a:cubicBezTo>
                    <a:pt x="1161" y="259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10497158" y="4548644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0"/>
                  </a:moveTo>
                  <a:cubicBezTo>
                    <a:pt x="260" y="0"/>
                    <a:pt x="1" y="259"/>
                    <a:pt x="1" y="580"/>
                  </a:cubicBezTo>
                  <a:cubicBezTo>
                    <a:pt x="1" y="901"/>
                    <a:pt x="260" y="1160"/>
                    <a:pt x="581" y="1160"/>
                  </a:cubicBezTo>
                  <a:cubicBezTo>
                    <a:pt x="902" y="1160"/>
                    <a:pt x="1161" y="901"/>
                    <a:pt x="1161" y="580"/>
                  </a:cubicBezTo>
                  <a:cubicBezTo>
                    <a:pt x="1161" y="259"/>
                    <a:pt x="902" y="0"/>
                    <a:pt x="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10497158" y="4380039"/>
              <a:ext cx="37187" cy="37187"/>
            </a:xfrm>
            <a:custGeom>
              <a:avLst/>
              <a:gdLst/>
              <a:ahLst/>
              <a:cxnLst/>
              <a:rect l="l" t="t" r="r" b="b"/>
              <a:pathLst>
                <a:path w="1161" h="1161" extrusionOk="0">
                  <a:moveTo>
                    <a:pt x="581" y="1"/>
                  </a:moveTo>
                  <a:cubicBezTo>
                    <a:pt x="260" y="1"/>
                    <a:pt x="1" y="260"/>
                    <a:pt x="1" y="581"/>
                  </a:cubicBezTo>
                  <a:cubicBezTo>
                    <a:pt x="1" y="902"/>
                    <a:pt x="260" y="1161"/>
                    <a:pt x="581" y="1161"/>
                  </a:cubicBezTo>
                  <a:cubicBezTo>
                    <a:pt x="902" y="1161"/>
                    <a:pt x="1161" y="902"/>
                    <a:pt x="1161" y="581"/>
                  </a:cubicBezTo>
                  <a:cubicBezTo>
                    <a:pt x="1161" y="260"/>
                    <a:pt x="902" y="1"/>
                    <a:pt x="5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oogle.com/document/d/1CaRGKDkXDKt024RCJbdbzPPcId-RiV5Mv7JQxXfHwBg/edit?usp=sharing" TargetMode="External"/><Relationship Id="rId4" Type="http://schemas.openxmlformats.org/officeDocument/2006/relationships/hyperlink" Target="https://drive.google.com/file/d/1IdF4tj8SlrDGdG-um746muhJI5R0Flmt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8"/>
          <p:cNvSpPr txBox="1">
            <a:spLocks noGrp="1"/>
          </p:cNvSpPr>
          <p:nvPr>
            <p:ph type="ctrTitle"/>
          </p:nvPr>
        </p:nvSpPr>
        <p:spPr>
          <a:xfrm>
            <a:off x="808918" y="1037484"/>
            <a:ext cx="6051992" cy="195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Project/Thesis Proposal Management System</a:t>
            </a:r>
            <a:endParaRPr sz="36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75" name="Google Shape;875;p28"/>
          <p:cNvSpPr txBox="1">
            <a:spLocks noGrp="1"/>
          </p:cNvSpPr>
          <p:nvPr>
            <p:ph type="subTitle" idx="1"/>
          </p:nvPr>
        </p:nvSpPr>
        <p:spPr>
          <a:xfrm>
            <a:off x="682501" y="3448296"/>
            <a:ext cx="1487715" cy="113901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Archivo" panose="020B0604020202020204" charset="0"/>
                <a:cs typeface="Archivo" panose="020B0604020202020204" charset="0"/>
              </a:rPr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Ashfia Khatun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Dept. of ITM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3</a:t>
            </a:r>
            <a:r>
              <a:rPr lang="en" sz="1200" baseline="30000" dirty="0">
                <a:latin typeface="Archivo" panose="020B0604020202020204" charset="0"/>
                <a:cs typeface="Archivo" panose="020B0604020202020204" charset="0"/>
              </a:rPr>
              <a:t>rd</a:t>
            </a: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 Batch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ID: 211 51 038</a:t>
            </a:r>
            <a:endParaRPr sz="1200"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876" name="Google Shape;876;p28"/>
          <p:cNvGrpSpPr/>
          <p:nvPr/>
        </p:nvGrpSpPr>
        <p:grpSpPr>
          <a:xfrm>
            <a:off x="2170216" y="970029"/>
            <a:ext cx="446626" cy="161495"/>
            <a:chOff x="7792641" y="970029"/>
            <a:chExt cx="446626" cy="161495"/>
          </a:xfrm>
        </p:grpSpPr>
        <p:sp>
          <p:nvSpPr>
            <p:cNvPr id="877" name="Google Shape;877;p28"/>
            <p:cNvSpPr/>
            <p:nvPr/>
          </p:nvSpPr>
          <p:spPr>
            <a:xfrm>
              <a:off x="7808336" y="970029"/>
              <a:ext cx="92054" cy="134910"/>
            </a:xfrm>
            <a:custGeom>
              <a:avLst/>
              <a:gdLst/>
              <a:ahLst/>
              <a:cxnLst/>
              <a:rect l="l" t="t" r="r" b="b"/>
              <a:pathLst>
                <a:path w="2874" h="4212" extrusionOk="0">
                  <a:moveTo>
                    <a:pt x="2873" y="1"/>
                  </a:moveTo>
                  <a:lnTo>
                    <a:pt x="1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7921209" y="970029"/>
              <a:ext cx="92054" cy="134910"/>
            </a:xfrm>
            <a:custGeom>
              <a:avLst/>
              <a:gdLst/>
              <a:ahLst/>
              <a:cxnLst/>
              <a:rect l="l" t="t" r="r" b="b"/>
              <a:pathLst>
                <a:path w="2874" h="4212" extrusionOk="0">
                  <a:moveTo>
                    <a:pt x="2873" y="1"/>
                  </a:moveTo>
                  <a:lnTo>
                    <a:pt x="1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8034371" y="970029"/>
              <a:ext cx="91766" cy="134910"/>
            </a:xfrm>
            <a:custGeom>
              <a:avLst/>
              <a:gdLst/>
              <a:ahLst/>
              <a:cxnLst/>
              <a:rect l="l" t="t" r="r" b="b"/>
              <a:pathLst>
                <a:path w="2865" h="4212" extrusionOk="0">
                  <a:moveTo>
                    <a:pt x="2864" y="1"/>
                  </a:moveTo>
                  <a:lnTo>
                    <a:pt x="0" y="2106"/>
                  </a:lnTo>
                  <a:lnTo>
                    <a:pt x="2864" y="4211"/>
                  </a:lnTo>
                  <a:lnTo>
                    <a:pt x="28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8147245" y="970029"/>
              <a:ext cx="92022" cy="134910"/>
            </a:xfrm>
            <a:custGeom>
              <a:avLst/>
              <a:gdLst/>
              <a:ahLst/>
              <a:cxnLst/>
              <a:rect l="l" t="t" r="r" b="b"/>
              <a:pathLst>
                <a:path w="2873" h="4212" extrusionOk="0">
                  <a:moveTo>
                    <a:pt x="2873" y="1"/>
                  </a:moveTo>
                  <a:lnTo>
                    <a:pt x="0" y="2106"/>
                  </a:lnTo>
                  <a:lnTo>
                    <a:pt x="2873" y="4211"/>
                  </a:lnTo>
                  <a:lnTo>
                    <a:pt x="28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7792641" y="987453"/>
              <a:ext cx="98332" cy="144071"/>
            </a:xfrm>
            <a:custGeom>
              <a:avLst/>
              <a:gdLst/>
              <a:ahLst/>
              <a:cxnLst/>
              <a:rect l="l" t="t" r="r" b="b"/>
              <a:pathLst>
                <a:path w="3070" h="4498" extrusionOk="0">
                  <a:moveTo>
                    <a:pt x="2917" y="286"/>
                  </a:moveTo>
                  <a:lnTo>
                    <a:pt x="2917" y="4212"/>
                  </a:lnTo>
                  <a:lnTo>
                    <a:pt x="250" y="2249"/>
                  </a:lnTo>
                  <a:lnTo>
                    <a:pt x="2917" y="286"/>
                  </a:lnTo>
                  <a:close/>
                  <a:moveTo>
                    <a:pt x="3069" y="1"/>
                  </a:moveTo>
                  <a:lnTo>
                    <a:pt x="0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7905515" y="987453"/>
              <a:ext cx="98300" cy="144071"/>
            </a:xfrm>
            <a:custGeom>
              <a:avLst/>
              <a:gdLst/>
              <a:ahLst/>
              <a:cxnLst/>
              <a:rect l="l" t="t" r="r" b="b"/>
              <a:pathLst>
                <a:path w="3069" h="4498" extrusionOk="0">
                  <a:moveTo>
                    <a:pt x="2926" y="286"/>
                  </a:moveTo>
                  <a:lnTo>
                    <a:pt x="2926" y="4212"/>
                  </a:lnTo>
                  <a:lnTo>
                    <a:pt x="250" y="2249"/>
                  </a:lnTo>
                  <a:lnTo>
                    <a:pt x="2926" y="286"/>
                  </a:lnTo>
                  <a:close/>
                  <a:moveTo>
                    <a:pt x="3069" y="1"/>
                  </a:moveTo>
                  <a:lnTo>
                    <a:pt x="0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8018645" y="987453"/>
              <a:ext cx="98044" cy="144071"/>
            </a:xfrm>
            <a:custGeom>
              <a:avLst/>
              <a:gdLst/>
              <a:ahLst/>
              <a:cxnLst/>
              <a:rect l="l" t="t" r="r" b="b"/>
              <a:pathLst>
                <a:path w="3061" h="4498" extrusionOk="0">
                  <a:moveTo>
                    <a:pt x="2918" y="286"/>
                  </a:moveTo>
                  <a:lnTo>
                    <a:pt x="2918" y="4212"/>
                  </a:lnTo>
                  <a:lnTo>
                    <a:pt x="242" y="2249"/>
                  </a:lnTo>
                  <a:lnTo>
                    <a:pt x="2918" y="286"/>
                  </a:lnTo>
                  <a:close/>
                  <a:moveTo>
                    <a:pt x="3061" y="1"/>
                  </a:moveTo>
                  <a:lnTo>
                    <a:pt x="1" y="2249"/>
                  </a:lnTo>
                  <a:lnTo>
                    <a:pt x="3061" y="4497"/>
                  </a:lnTo>
                  <a:lnTo>
                    <a:pt x="30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8131518" y="987453"/>
              <a:ext cx="98332" cy="144071"/>
            </a:xfrm>
            <a:custGeom>
              <a:avLst/>
              <a:gdLst/>
              <a:ahLst/>
              <a:cxnLst/>
              <a:rect l="l" t="t" r="r" b="b"/>
              <a:pathLst>
                <a:path w="3070" h="4498" extrusionOk="0">
                  <a:moveTo>
                    <a:pt x="2918" y="286"/>
                  </a:moveTo>
                  <a:lnTo>
                    <a:pt x="2918" y="4212"/>
                  </a:lnTo>
                  <a:lnTo>
                    <a:pt x="250" y="2249"/>
                  </a:lnTo>
                  <a:lnTo>
                    <a:pt x="2918" y="286"/>
                  </a:lnTo>
                  <a:close/>
                  <a:moveTo>
                    <a:pt x="3069" y="1"/>
                  </a:moveTo>
                  <a:lnTo>
                    <a:pt x="1" y="2249"/>
                  </a:lnTo>
                  <a:lnTo>
                    <a:pt x="3069" y="4497"/>
                  </a:lnTo>
                  <a:lnTo>
                    <a:pt x="30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</p:grpSp>
      <p:sp>
        <p:nvSpPr>
          <p:cNvPr id="2" name="Google Shape;875;p28">
            <a:extLst>
              <a:ext uri="{FF2B5EF4-FFF2-40B4-BE49-F238E27FC236}">
                <a16:creationId xmlns:a16="http://schemas.microsoft.com/office/drawing/2014/main" id="{B7AF6432-14F5-D829-4DBD-C408D311F608}"/>
              </a:ext>
            </a:extLst>
          </p:cNvPr>
          <p:cNvSpPr txBox="1">
            <a:spLocks/>
          </p:cNvSpPr>
          <p:nvPr/>
        </p:nvSpPr>
        <p:spPr>
          <a:xfrm>
            <a:off x="5029201" y="3448295"/>
            <a:ext cx="2215116" cy="113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r"/>
            <a:r>
              <a:rPr lang="en-US" sz="1400" dirty="0">
                <a:latin typeface="Archivo" panose="020B0604020202020204" charset="0"/>
                <a:cs typeface="Archivo" panose="020B0604020202020204" charset="0"/>
              </a:rPr>
              <a:t>Supervised by</a:t>
            </a:r>
          </a:p>
          <a:p>
            <a:pPr marL="0" indent="0" algn="r"/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Ms. Nusrat Jahan</a:t>
            </a:r>
          </a:p>
          <a:p>
            <a:pPr marL="0" indent="0" algn="r"/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Assistant Professor</a:t>
            </a:r>
          </a:p>
          <a:p>
            <a:pPr marL="0" indent="0" algn="r"/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Head of the ITM Dept, DIU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"/>
          <p:cNvSpPr txBox="1">
            <a:spLocks noGrp="1"/>
          </p:cNvSpPr>
          <p:nvPr>
            <p:ph type="title"/>
          </p:nvPr>
        </p:nvSpPr>
        <p:spPr>
          <a:xfrm>
            <a:off x="1160098" y="292826"/>
            <a:ext cx="42948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Background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69BBF3F7-4B32-D13B-7592-BF70F05A9B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5858" y="1563683"/>
            <a:ext cx="43236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current challenges: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Overloaded email inboxes.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Risk of losing proposals.</a:t>
            </a:r>
          </a:p>
          <a:p>
            <a:pPr marL="457200" lvl="1" indent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of centralized supervisor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"/>
          <p:cNvSpPr txBox="1">
            <a:spLocks noGrp="1"/>
          </p:cNvSpPr>
          <p:nvPr>
            <p:ph type="title"/>
          </p:nvPr>
        </p:nvSpPr>
        <p:spPr>
          <a:xfrm>
            <a:off x="1160098" y="292826"/>
            <a:ext cx="42948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Objective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EEFC8C5B-8E29-4AB5-2541-F06D1EC64A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0463" y="1552526"/>
            <a:ext cx="425949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Streamline proposal submission.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Centralized document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supervisor assignment.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communication and transparency.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data storage and retrieval. </a:t>
            </a:r>
          </a:p>
        </p:txBody>
      </p:sp>
    </p:spTree>
    <p:extLst>
      <p:ext uri="{BB962C8B-B14F-4D97-AF65-F5344CB8AC3E}">
        <p14:creationId xmlns:p14="http://schemas.microsoft.com/office/powerpoint/2010/main" val="429493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>
          <a:extLst>
            <a:ext uri="{FF2B5EF4-FFF2-40B4-BE49-F238E27FC236}">
              <a16:creationId xmlns:a16="http://schemas.microsoft.com/office/drawing/2014/main" id="{FC230D57-5AE8-C2F7-B9F7-226F03145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">
            <a:extLst>
              <a:ext uri="{FF2B5EF4-FFF2-40B4-BE49-F238E27FC236}">
                <a16:creationId xmlns:a16="http://schemas.microsoft.com/office/drawing/2014/main" id="{2116A5E6-4AAC-D4EB-2B5B-5E0EFDB63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0098" y="292826"/>
            <a:ext cx="42948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Expected Outcomes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918" name="Google Shape;918;p31">
            <a:extLst>
              <a:ext uri="{FF2B5EF4-FFF2-40B4-BE49-F238E27FC236}">
                <a16:creationId xmlns:a16="http://schemas.microsoft.com/office/drawing/2014/main" id="{BC963320-B834-49ED-229E-7A546C28D9EF}"/>
              </a:ext>
            </a:extLst>
          </p:cNvPr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>
              <a:extLst>
                <a:ext uri="{FF2B5EF4-FFF2-40B4-BE49-F238E27FC236}">
                  <a16:creationId xmlns:a16="http://schemas.microsoft.com/office/drawing/2014/main" id="{31FACF2E-D02C-55C2-4D0D-557E5B0259C2}"/>
                </a:ext>
              </a:extLst>
            </p:cNvPr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>
              <a:extLst>
                <a:ext uri="{FF2B5EF4-FFF2-40B4-BE49-F238E27FC236}">
                  <a16:creationId xmlns:a16="http://schemas.microsoft.com/office/drawing/2014/main" id="{5120AA91-A4F9-2C97-6542-C44D64E704F9}"/>
                </a:ext>
              </a:extLst>
            </p:cNvPr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>
                <a:extLst>
                  <a:ext uri="{FF2B5EF4-FFF2-40B4-BE49-F238E27FC236}">
                    <a16:creationId xmlns:a16="http://schemas.microsoft.com/office/drawing/2014/main" id="{F4C27A83-E170-708E-E1A9-1F326EADAB99}"/>
                  </a:ext>
                </a:extLst>
              </p:cNvPr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>
                <a:extLst>
                  <a:ext uri="{FF2B5EF4-FFF2-40B4-BE49-F238E27FC236}">
                    <a16:creationId xmlns:a16="http://schemas.microsoft.com/office/drawing/2014/main" id="{88A319C9-9CCE-8F83-FF45-4079D75308BD}"/>
                  </a:ext>
                </a:extLst>
              </p:cNvPr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>
                <a:extLst>
                  <a:ext uri="{FF2B5EF4-FFF2-40B4-BE49-F238E27FC236}">
                    <a16:creationId xmlns:a16="http://schemas.microsoft.com/office/drawing/2014/main" id="{9D7F7317-601C-55D1-97D4-F2CBE224AB01}"/>
                  </a:ext>
                </a:extLst>
              </p:cNvPr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>
                <a:extLst>
                  <a:ext uri="{FF2B5EF4-FFF2-40B4-BE49-F238E27FC236}">
                    <a16:creationId xmlns:a16="http://schemas.microsoft.com/office/drawing/2014/main" id="{69AF2A97-B9EC-F1EA-0304-CE41F2325ECF}"/>
                  </a:ext>
                </a:extLst>
              </p:cNvPr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>
                <a:extLst>
                  <a:ext uri="{FF2B5EF4-FFF2-40B4-BE49-F238E27FC236}">
                    <a16:creationId xmlns:a16="http://schemas.microsoft.com/office/drawing/2014/main" id="{1352D105-0959-D347-5C44-CD0FD85DD879}"/>
                  </a:ext>
                </a:extLst>
              </p:cNvPr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>
                <a:extLst>
                  <a:ext uri="{FF2B5EF4-FFF2-40B4-BE49-F238E27FC236}">
                    <a16:creationId xmlns:a16="http://schemas.microsoft.com/office/drawing/2014/main" id="{246F6B92-60E5-B1DE-65B1-23DF9A9461CD}"/>
                  </a:ext>
                </a:extLst>
              </p:cNvPr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>
                <a:extLst>
                  <a:ext uri="{FF2B5EF4-FFF2-40B4-BE49-F238E27FC236}">
                    <a16:creationId xmlns:a16="http://schemas.microsoft.com/office/drawing/2014/main" id="{E1042DB9-0C74-B784-F56C-535917DF02BB}"/>
                  </a:ext>
                </a:extLst>
              </p:cNvPr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>
                <a:extLst>
                  <a:ext uri="{FF2B5EF4-FFF2-40B4-BE49-F238E27FC236}">
                    <a16:creationId xmlns:a16="http://schemas.microsoft.com/office/drawing/2014/main" id="{20033E86-13B5-68A6-666E-E5CE549C03C5}"/>
                  </a:ext>
                </a:extLst>
              </p:cNvPr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>
                <a:extLst>
                  <a:ext uri="{FF2B5EF4-FFF2-40B4-BE49-F238E27FC236}">
                    <a16:creationId xmlns:a16="http://schemas.microsoft.com/office/drawing/2014/main" id="{BDDAC5B2-2E28-6A27-6F99-F8516261FA46}"/>
                  </a:ext>
                </a:extLst>
              </p:cNvPr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>
                <a:extLst>
                  <a:ext uri="{FF2B5EF4-FFF2-40B4-BE49-F238E27FC236}">
                    <a16:creationId xmlns:a16="http://schemas.microsoft.com/office/drawing/2014/main" id="{91A18374-FB17-8201-6E3A-2986DAA1DC42}"/>
                  </a:ext>
                </a:extLst>
              </p:cNvPr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>
                <a:extLst>
                  <a:ext uri="{FF2B5EF4-FFF2-40B4-BE49-F238E27FC236}">
                    <a16:creationId xmlns:a16="http://schemas.microsoft.com/office/drawing/2014/main" id="{B04A1258-B1F2-6D1A-BD47-F69D2116AC45}"/>
                  </a:ext>
                </a:extLst>
              </p:cNvPr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>
                <a:extLst>
                  <a:ext uri="{FF2B5EF4-FFF2-40B4-BE49-F238E27FC236}">
                    <a16:creationId xmlns:a16="http://schemas.microsoft.com/office/drawing/2014/main" id="{87EED8CF-A9C3-DCAD-C145-053E9E10ACE6}"/>
                  </a:ext>
                </a:extLst>
              </p:cNvPr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>
                <a:extLst>
                  <a:ext uri="{FF2B5EF4-FFF2-40B4-BE49-F238E27FC236}">
                    <a16:creationId xmlns:a16="http://schemas.microsoft.com/office/drawing/2014/main" id="{64F1D617-10BC-5E5C-0D8F-174D2E2C308F}"/>
                  </a:ext>
                </a:extLst>
              </p:cNvPr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>
                <a:extLst>
                  <a:ext uri="{FF2B5EF4-FFF2-40B4-BE49-F238E27FC236}">
                    <a16:creationId xmlns:a16="http://schemas.microsoft.com/office/drawing/2014/main" id="{F3E72F3A-4C47-463E-E415-0854F0925046}"/>
                  </a:ext>
                </a:extLst>
              </p:cNvPr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>
                <a:extLst>
                  <a:ext uri="{FF2B5EF4-FFF2-40B4-BE49-F238E27FC236}">
                    <a16:creationId xmlns:a16="http://schemas.microsoft.com/office/drawing/2014/main" id="{410A6C25-8460-9AA2-0E12-06AD09103D16}"/>
                  </a:ext>
                </a:extLst>
              </p:cNvPr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>
                <a:extLst>
                  <a:ext uri="{FF2B5EF4-FFF2-40B4-BE49-F238E27FC236}">
                    <a16:creationId xmlns:a16="http://schemas.microsoft.com/office/drawing/2014/main" id="{DBA1657E-468F-D0AF-78CE-A45F24AAC054}"/>
                  </a:ext>
                </a:extLst>
              </p:cNvPr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>
                <a:extLst>
                  <a:ext uri="{FF2B5EF4-FFF2-40B4-BE49-F238E27FC236}">
                    <a16:creationId xmlns:a16="http://schemas.microsoft.com/office/drawing/2014/main" id="{4E7593D4-E51A-3C37-B3FD-248B7BE6346C}"/>
                  </a:ext>
                </a:extLst>
              </p:cNvPr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>
                <a:extLst>
                  <a:ext uri="{FF2B5EF4-FFF2-40B4-BE49-F238E27FC236}">
                    <a16:creationId xmlns:a16="http://schemas.microsoft.com/office/drawing/2014/main" id="{99C2201C-7798-1536-EA6A-968027792CDA}"/>
                  </a:ext>
                </a:extLst>
              </p:cNvPr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>
                <a:extLst>
                  <a:ext uri="{FF2B5EF4-FFF2-40B4-BE49-F238E27FC236}">
                    <a16:creationId xmlns:a16="http://schemas.microsoft.com/office/drawing/2014/main" id="{7930A68D-8BF2-E566-5B7A-65966BEFEB30}"/>
                  </a:ext>
                </a:extLst>
              </p:cNvPr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>
                <a:extLst>
                  <a:ext uri="{FF2B5EF4-FFF2-40B4-BE49-F238E27FC236}">
                    <a16:creationId xmlns:a16="http://schemas.microsoft.com/office/drawing/2014/main" id="{9ECF5DE4-E4C9-737D-D914-AF1081CF7F30}"/>
                  </a:ext>
                </a:extLst>
              </p:cNvPr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5" name="Rectangle 3">
            <a:extLst>
              <a:ext uri="{FF2B5EF4-FFF2-40B4-BE49-F238E27FC236}">
                <a16:creationId xmlns:a16="http://schemas.microsoft.com/office/drawing/2014/main" id="{3026D01D-7845-4B98-975D-5D5427433D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35622" y="1730148"/>
            <a:ext cx="586585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Fully functional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Centralized repository for proposals.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Automated tracking of supervisor assignments.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Transparent workflows and enhanced communication. </a:t>
            </a:r>
          </a:p>
        </p:txBody>
      </p:sp>
    </p:spTree>
    <p:extLst>
      <p:ext uri="{BB962C8B-B14F-4D97-AF65-F5344CB8AC3E}">
        <p14:creationId xmlns:p14="http://schemas.microsoft.com/office/powerpoint/2010/main" val="334631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>
          <a:extLst>
            <a:ext uri="{FF2B5EF4-FFF2-40B4-BE49-F238E27FC236}">
              <a16:creationId xmlns:a16="http://schemas.microsoft.com/office/drawing/2014/main" id="{AE23C0B4-79A1-758D-81DB-C716966D5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">
            <a:extLst>
              <a:ext uri="{FF2B5EF4-FFF2-40B4-BE49-F238E27FC236}">
                <a16:creationId xmlns:a16="http://schemas.microsoft.com/office/drawing/2014/main" id="{C11CD918-DBCA-04CD-0EA7-3C0DEFE278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0098" y="292826"/>
            <a:ext cx="42948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Features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918" name="Google Shape;918;p31">
            <a:extLst>
              <a:ext uri="{FF2B5EF4-FFF2-40B4-BE49-F238E27FC236}">
                <a16:creationId xmlns:a16="http://schemas.microsoft.com/office/drawing/2014/main" id="{C213DB58-E085-61E9-7BD1-C0E8D9AA95ED}"/>
              </a:ext>
            </a:extLst>
          </p:cNvPr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>
              <a:extLst>
                <a:ext uri="{FF2B5EF4-FFF2-40B4-BE49-F238E27FC236}">
                  <a16:creationId xmlns:a16="http://schemas.microsoft.com/office/drawing/2014/main" id="{173FA09B-FF0C-80DF-E194-A0DE7A654762}"/>
                </a:ext>
              </a:extLst>
            </p:cNvPr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>
              <a:extLst>
                <a:ext uri="{FF2B5EF4-FFF2-40B4-BE49-F238E27FC236}">
                  <a16:creationId xmlns:a16="http://schemas.microsoft.com/office/drawing/2014/main" id="{467DE91F-F22C-9440-F0E5-0E21EA50D2AE}"/>
                </a:ext>
              </a:extLst>
            </p:cNvPr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>
                <a:extLst>
                  <a:ext uri="{FF2B5EF4-FFF2-40B4-BE49-F238E27FC236}">
                    <a16:creationId xmlns:a16="http://schemas.microsoft.com/office/drawing/2014/main" id="{4AB8F8B5-7F10-8726-F655-E9C37DE0A7D0}"/>
                  </a:ext>
                </a:extLst>
              </p:cNvPr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>
                <a:extLst>
                  <a:ext uri="{FF2B5EF4-FFF2-40B4-BE49-F238E27FC236}">
                    <a16:creationId xmlns:a16="http://schemas.microsoft.com/office/drawing/2014/main" id="{76CA24EF-E934-70B6-DE72-A7470D17FDF6}"/>
                  </a:ext>
                </a:extLst>
              </p:cNvPr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>
                <a:extLst>
                  <a:ext uri="{FF2B5EF4-FFF2-40B4-BE49-F238E27FC236}">
                    <a16:creationId xmlns:a16="http://schemas.microsoft.com/office/drawing/2014/main" id="{55731DDE-6D59-BE27-6522-7756C6E718E8}"/>
                  </a:ext>
                </a:extLst>
              </p:cNvPr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>
                <a:extLst>
                  <a:ext uri="{FF2B5EF4-FFF2-40B4-BE49-F238E27FC236}">
                    <a16:creationId xmlns:a16="http://schemas.microsoft.com/office/drawing/2014/main" id="{8A7FC256-13F8-A2CF-B560-3980B4A0534D}"/>
                  </a:ext>
                </a:extLst>
              </p:cNvPr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>
                <a:extLst>
                  <a:ext uri="{FF2B5EF4-FFF2-40B4-BE49-F238E27FC236}">
                    <a16:creationId xmlns:a16="http://schemas.microsoft.com/office/drawing/2014/main" id="{98744A5C-8103-53CD-2D16-221926B45ABF}"/>
                  </a:ext>
                </a:extLst>
              </p:cNvPr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>
                <a:extLst>
                  <a:ext uri="{FF2B5EF4-FFF2-40B4-BE49-F238E27FC236}">
                    <a16:creationId xmlns:a16="http://schemas.microsoft.com/office/drawing/2014/main" id="{88E5FEDB-D6E3-D068-74D5-F778554E03A5}"/>
                  </a:ext>
                </a:extLst>
              </p:cNvPr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>
                <a:extLst>
                  <a:ext uri="{FF2B5EF4-FFF2-40B4-BE49-F238E27FC236}">
                    <a16:creationId xmlns:a16="http://schemas.microsoft.com/office/drawing/2014/main" id="{0DF3B90D-7301-D0C5-9CB2-6E75E1CE8A58}"/>
                  </a:ext>
                </a:extLst>
              </p:cNvPr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>
                <a:extLst>
                  <a:ext uri="{FF2B5EF4-FFF2-40B4-BE49-F238E27FC236}">
                    <a16:creationId xmlns:a16="http://schemas.microsoft.com/office/drawing/2014/main" id="{4B1DBFB8-9D45-B0CB-4353-150F92850DC8}"/>
                  </a:ext>
                </a:extLst>
              </p:cNvPr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>
                <a:extLst>
                  <a:ext uri="{FF2B5EF4-FFF2-40B4-BE49-F238E27FC236}">
                    <a16:creationId xmlns:a16="http://schemas.microsoft.com/office/drawing/2014/main" id="{3B61500E-1276-BDA8-80B8-3C4E008B9AF1}"/>
                  </a:ext>
                </a:extLst>
              </p:cNvPr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>
                <a:extLst>
                  <a:ext uri="{FF2B5EF4-FFF2-40B4-BE49-F238E27FC236}">
                    <a16:creationId xmlns:a16="http://schemas.microsoft.com/office/drawing/2014/main" id="{6F5242F9-CF41-9E07-17EE-F66EC1DF26B7}"/>
                  </a:ext>
                </a:extLst>
              </p:cNvPr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>
                <a:extLst>
                  <a:ext uri="{FF2B5EF4-FFF2-40B4-BE49-F238E27FC236}">
                    <a16:creationId xmlns:a16="http://schemas.microsoft.com/office/drawing/2014/main" id="{5EEFC255-B4E4-F74E-FB16-B2F99BBBA70E}"/>
                  </a:ext>
                </a:extLst>
              </p:cNvPr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>
                <a:extLst>
                  <a:ext uri="{FF2B5EF4-FFF2-40B4-BE49-F238E27FC236}">
                    <a16:creationId xmlns:a16="http://schemas.microsoft.com/office/drawing/2014/main" id="{123E1CB2-A093-7853-F266-25D1AAE73851}"/>
                  </a:ext>
                </a:extLst>
              </p:cNvPr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>
                <a:extLst>
                  <a:ext uri="{FF2B5EF4-FFF2-40B4-BE49-F238E27FC236}">
                    <a16:creationId xmlns:a16="http://schemas.microsoft.com/office/drawing/2014/main" id="{D88E7A0B-025F-8BCC-AA1C-4FE8449C9231}"/>
                  </a:ext>
                </a:extLst>
              </p:cNvPr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>
                <a:extLst>
                  <a:ext uri="{FF2B5EF4-FFF2-40B4-BE49-F238E27FC236}">
                    <a16:creationId xmlns:a16="http://schemas.microsoft.com/office/drawing/2014/main" id="{DEE49069-628B-FD9F-6472-44C4E47DB24B}"/>
                  </a:ext>
                </a:extLst>
              </p:cNvPr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>
                <a:extLst>
                  <a:ext uri="{FF2B5EF4-FFF2-40B4-BE49-F238E27FC236}">
                    <a16:creationId xmlns:a16="http://schemas.microsoft.com/office/drawing/2014/main" id="{5BDED472-27D2-8A83-CA5D-A57FDC91ACA6}"/>
                  </a:ext>
                </a:extLst>
              </p:cNvPr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>
                <a:extLst>
                  <a:ext uri="{FF2B5EF4-FFF2-40B4-BE49-F238E27FC236}">
                    <a16:creationId xmlns:a16="http://schemas.microsoft.com/office/drawing/2014/main" id="{2322C090-F491-9BAD-B4B4-02686DF2C44D}"/>
                  </a:ext>
                </a:extLst>
              </p:cNvPr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>
                <a:extLst>
                  <a:ext uri="{FF2B5EF4-FFF2-40B4-BE49-F238E27FC236}">
                    <a16:creationId xmlns:a16="http://schemas.microsoft.com/office/drawing/2014/main" id="{78B429A9-E730-47FE-459A-38C5D902FC1D}"/>
                  </a:ext>
                </a:extLst>
              </p:cNvPr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>
                <a:extLst>
                  <a:ext uri="{FF2B5EF4-FFF2-40B4-BE49-F238E27FC236}">
                    <a16:creationId xmlns:a16="http://schemas.microsoft.com/office/drawing/2014/main" id="{D8EF2B5D-FA6E-8E2C-4B52-4024DE219585}"/>
                  </a:ext>
                </a:extLst>
              </p:cNvPr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>
                <a:extLst>
                  <a:ext uri="{FF2B5EF4-FFF2-40B4-BE49-F238E27FC236}">
                    <a16:creationId xmlns:a16="http://schemas.microsoft.com/office/drawing/2014/main" id="{AADE24B2-5165-CCB7-EF89-B05CE35BBA9B}"/>
                  </a:ext>
                </a:extLst>
              </p:cNvPr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>
                <a:extLst>
                  <a:ext uri="{FF2B5EF4-FFF2-40B4-BE49-F238E27FC236}">
                    <a16:creationId xmlns:a16="http://schemas.microsoft.com/office/drawing/2014/main" id="{DD485B01-4C12-60CD-1087-DF6E657E8C8A}"/>
                  </a:ext>
                </a:extLst>
              </p:cNvPr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2" name="Subtitle 1">
            <a:extLst>
              <a:ext uri="{FF2B5EF4-FFF2-40B4-BE49-F238E27FC236}">
                <a16:creationId xmlns:a16="http://schemas.microsoft.com/office/drawing/2014/main" id="{A31DDC75-370E-D4F5-1B86-611E78930E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60098" y="1758230"/>
            <a:ext cx="65788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 Portal: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Proposal submission and feedback tracking.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Teacher Portal: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Proposal review and provide feedback.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Portal: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 users, departments, reports, and supervisor assignment.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email notifications and status updates. </a:t>
            </a:r>
          </a:p>
        </p:txBody>
      </p:sp>
    </p:spTree>
    <p:extLst>
      <p:ext uri="{BB962C8B-B14F-4D97-AF65-F5344CB8AC3E}">
        <p14:creationId xmlns:p14="http://schemas.microsoft.com/office/powerpoint/2010/main" val="117538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Functional Requirements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99" name="Google Shape;899;p30"/>
          <p:cNvSpPr txBox="1">
            <a:spLocks noGrp="1"/>
          </p:cNvSpPr>
          <p:nvPr>
            <p:ph type="title" idx="2"/>
          </p:nvPr>
        </p:nvSpPr>
        <p:spPr>
          <a:xfrm>
            <a:off x="974623" y="128307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01</a:t>
            </a:r>
            <a:endParaRPr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1"/>
          </p:nvPr>
        </p:nvSpPr>
        <p:spPr>
          <a:xfrm>
            <a:off x="1246280" y="1155483"/>
            <a:ext cx="3670161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rtl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" panose="020B0604020202020204" charset="0"/>
                <a:cs typeface="Archivo" panose="020B0604020202020204" charset="0"/>
              </a:rPr>
              <a:t>User Authentication &amp; Authorization</a:t>
            </a:r>
          </a:p>
        </p:txBody>
      </p:sp>
      <p:sp>
        <p:nvSpPr>
          <p:cNvPr id="6" name="Google Shape;899;p30">
            <a:extLst>
              <a:ext uri="{FF2B5EF4-FFF2-40B4-BE49-F238E27FC236}">
                <a16:creationId xmlns:a16="http://schemas.microsoft.com/office/drawing/2014/main" id="{9790425D-F0FE-6294-1EDD-4D871F0BBEFE}"/>
              </a:ext>
            </a:extLst>
          </p:cNvPr>
          <p:cNvSpPr txBox="1">
            <a:spLocks/>
          </p:cNvSpPr>
          <p:nvPr/>
        </p:nvSpPr>
        <p:spPr>
          <a:xfrm>
            <a:off x="974623" y="169515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02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" name="Google Shape;905;p30">
            <a:extLst>
              <a:ext uri="{FF2B5EF4-FFF2-40B4-BE49-F238E27FC236}">
                <a16:creationId xmlns:a16="http://schemas.microsoft.com/office/drawing/2014/main" id="{CB84250E-866E-2EBC-45E7-4EA3645D706F}"/>
              </a:ext>
            </a:extLst>
          </p:cNvPr>
          <p:cNvSpPr txBox="1">
            <a:spLocks/>
          </p:cNvSpPr>
          <p:nvPr/>
        </p:nvSpPr>
        <p:spPr>
          <a:xfrm>
            <a:off x="1246280" y="1567565"/>
            <a:ext cx="367016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User Management</a:t>
            </a:r>
          </a:p>
        </p:txBody>
      </p:sp>
      <p:sp>
        <p:nvSpPr>
          <p:cNvPr id="8" name="Google Shape;899;p30">
            <a:extLst>
              <a:ext uri="{FF2B5EF4-FFF2-40B4-BE49-F238E27FC236}">
                <a16:creationId xmlns:a16="http://schemas.microsoft.com/office/drawing/2014/main" id="{922F9D91-FE6B-0DE7-5DE4-88B59FA22386}"/>
              </a:ext>
            </a:extLst>
          </p:cNvPr>
          <p:cNvSpPr txBox="1">
            <a:spLocks/>
          </p:cNvSpPr>
          <p:nvPr/>
        </p:nvSpPr>
        <p:spPr>
          <a:xfrm>
            <a:off x="974623" y="210723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03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" name="Google Shape;905;p30">
            <a:extLst>
              <a:ext uri="{FF2B5EF4-FFF2-40B4-BE49-F238E27FC236}">
                <a16:creationId xmlns:a16="http://schemas.microsoft.com/office/drawing/2014/main" id="{2272EAD2-0932-B9AC-43B3-B1FB1ED35CBA}"/>
              </a:ext>
            </a:extLst>
          </p:cNvPr>
          <p:cNvSpPr txBox="1">
            <a:spLocks/>
          </p:cNvSpPr>
          <p:nvPr/>
        </p:nvSpPr>
        <p:spPr>
          <a:xfrm>
            <a:off x="1246280" y="1979647"/>
            <a:ext cx="367016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Department Segmentation</a:t>
            </a:r>
          </a:p>
        </p:txBody>
      </p:sp>
      <p:sp>
        <p:nvSpPr>
          <p:cNvPr id="10" name="Google Shape;899;p30">
            <a:extLst>
              <a:ext uri="{FF2B5EF4-FFF2-40B4-BE49-F238E27FC236}">
                <a16:creationId xmlns:a16="http://schemas.microsoft.com/office/drawing/2014/main" id="{630526FF-DCE0-004B-90E3-4BF1EF0AB61A}"/>
              </a:ext>
            </a:extLst>
          </p:cNvPr>
          <p:cNvSpPr txBox="1">
            <a:spLocks/>
          </p:cNvSpPr>
          <p:nvPr/>
        </p:nvSpPr>
        <p:spPr>
          <a:xfrm>
            <a:off x="974623" y="2519320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04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1" name="Google Shape;905;p30">
            <a:extLst>
              <a:ext uri="{FF2B5EF4-FFF2-40B4-BE49-F238E27FC236}">
                <a16:creationId xmlns:a16="http://schemas.microsoft.com/office/drawing/2014/main" id="{6FF04608-5735-83C6-4BA1-DB2606A1E71E}"/>
              </a:ext>
            </a:extLst>
          </p:cNvPr>
          <p:cNvSpPr txBox="1">
            <a:spLocks/>
          </p:cNvSpPr>
          <p:nvPr/>
        </p:nvSpPr>
        <p:spPr>
          <a:xfrm>
            <a:off x="1246280" y="2391729"/>
            <a:ext cx="367016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Project/Thesis Proposal Submission</a:t>
            </a:r>
          </a:p>
        </p:txBody>
      </p:sp>
      <p:sp>
        <p:nvSpPr>
          <p:cNvPr id="12" name="Google Shape;899;p30">
            <a:extLst>
              <a:ext uri="{FF2B5EF4-FFF2-40B4-BE49-F238E27FC236}">
                <a16:creationId xmlns:a16="http://schemas.microsoft.com/office/drawing/2014/main" id="{BC309103-FC2B-5E31-375A-44C630BFA411}"/>
              </a:ext>
            </a:extLst>
          </p:cNvPr>
          <p:cNvSpPr txBox="1">
            <a:spLocks/>
          </p:cNvSpPr>
          <p:nvPr/>
        </p:nvSpPr>
        <p:spPr>
          <a:xfrm>
            <a:off x="974623" y="2931402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05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3" name="Google Shape;905;p30">
            <a:extLst>
              <a:ext uri="{FF2B5EF4-FFF2-40B4-BE49-F238E27FC236}">
                <a16:creationId xmlns:a16="http://schemas.microsoft.com/office/drawing/2014/main" id="{BCBE2D96-5019-682C-90C4-B0066E3BF4B8}"/>
              </a:ext>
            </a:extLst>
          </p:cNvPr>
          <p:cNvSpPr txBox="1">
            <a:spLocks/>
          </p:cNvSpPr>
          <p:nvPr/>
        </p:nvSpPr>
        <p:spPr>
          <a:xfrm>
            <a:off x="1246280" y="2803811"/>
            <a:ext cx="367016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Admin and Supervisor Management</a:t>
            </a:r>
          </a:p>
        </p:txBody>
      </p:sp>
      <p:sp>
        <p:nvSpPr>
          <p:cNvPr id="14" name="Google Shape;899;p30">
            <a:extLst>
              <a:ext uri="{FF2B5EF4-FFF2-40B4-BE49-F238E27FC236}">
                <a16:creationId xmlns:a16="http://schemas.microsoft.com/office/drawing/2014/main" id="{BE69D775-ABE2-071F-CDB1-BFCEA39335B7}"/>
              </a:ext>
            </a:extLst>
          </p:cNvPr>
          <p:cNvSpPr txBox="1">
            <a:spLocks/>
          </p:cNvSpPr>
          <p:nvPr/>
        </p:nvSpPr>
        <p:spPr>
          <a:xfrm>
            <a:off x="974623" y="3343484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06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5" name="Google Shape;905;p30">
            <a:extLst>
              <a:ext uri="{FF2B5EF4-FFF2-40B4-BE49-F238E27FC236}">
                <a16:creationId xmlns:a16="http://schemas.microsoft.com/office/drawing/2014/main" id="{54E72D72-EA87-5B98-558D-C9A8BA67F14C}"/>
              </a:ext>
            </a:extLst>
          </p:cNvPr>
          <p:cNvSpPr txBox="1">
            <a:spLocks/>
          </p:cNvSpPr>
          <p:nvPr/>
        </p:nvSpPr>
        <p:spPr>
          <a:xfrm>
            <a:off x="1246280" y="3215893"/>
            <a:ext cx="3670161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Feedback Mechanism</a:t>
            </a:r>
          </a:p>
        </p:txBody>
      </p:sp>
      <p:sp>
        <p:nvSpPr>
          <p:cNvPr id="16" name="Google Shape;899;p30">
            <a:extLst>
              <a:ext uri="{FF2B5EF4-FFF2-40B4-BE49-F238E27FC236}">
                <a16:creationId xmlns:a16="http://schemas.microsoft.com/office/drawing/2014/main" id="{2ABC572E-82B5-D069-421C-604632C242E0}"/>
              </a:ext>
            </a:extLst>
          </p:cNvPr>
          <p:cNvSpPr txBox="1">
            <a:spLocks/>
          </p:cNvSpPr>
          <p:nvPr/>
        </p:nvSpPr>
        <p:spPr>
          <a:xfrm>
            <a:off x="7551076" y="245400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07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7" name="Google Shape;905;p30">
            <a:extLst>
              <a:ext uri="{FF2B5EF4-FFF2-40B4-BE49-F238E27FC236}">
                <a16:creationId xmlns:a16="http://schemas.microsoft.com/office/drawing/2014/main" id="{BA08AFEB-B507-FA60-06B8-1988D3A515EC}"/>
              </a:ext>
            </a:extLst>
          </p:cNvPr>
          <p:cNvSpPr txBox="1">
            <a:spLocks/>
          </p:cNvSpPr>
          <p:nvPr/>
        </p:nvSpPr>
        <p:spPr>
          <a:xfrm>
            <a:off x="4661818" y="2318798"/>
            <a:ext cx="28892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r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Document Management</a:t>
            </a:r>
          </a:p>
        </p:txBody>
      </p:sp>
      <p:sp>
        <p:nvSpPr>
          <p:cNvPr id="18" name="Google Shape;899;p30">
            <a:extLst>
              <a:ext uri="{FF2B5EF4-FFF2-40B4-BE49-F238E27FC236}">
                <a16:creationId xmlns:a16="http://schemas.microsoft.com/office/drawing/2014/main" id="{A6F91A75-C68F-CD24-26F3-B8E1903F2A4D}"/>
              </a:ext>
            </a:extLst>
          </p:cNvPr>
          <p:cNvSpPr txBox="1">
            <a:spLocks/>
          </p:cNvSpPr>
          <p:nvPr/>
        </p:nvSpPr>
        <p:spPr>
          <a:xfrm>
            <a:off x="7551076" y="2866087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08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9" name="Google Shape;905;p30">
            <a:extLst>
              <a:ext uri="{FF2B5EF4-FFF2-40B4-BE49-F238E27FC236}">
                <a16:creationId xmlns:a16="http://schemas.microsoft.com/office/drawing/2014/main" id="{66520318-4FD7-4622-8BF9-7137ACA372D4}"/>
              </a:ext>
            </a:extLst>
          </p:cNvPr>
          <p:cNvSpPr txBox="1">
            <a:spLocks/>
          </p:cNvSpPr>
          <p:nvPr/>
        </p:nvSpPr>
        <p:spPr>
          <a:xfrm>
            <a:off x="4661818" y="2730880"/>
            <a:ext cx="28892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r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Search and Filter</a:t>
            </a:r>
          </a:p>
        </p:txBody>
      </p:sp>
      <p:sp>
        <p:nvSpPr>
          <p:cNvPr id="20" name="Google Shape;899;p30">
            <a:extLst>
              <a:ext uri="{FF2B5EF4-FFF2-40B4-BE49-F238E27FC236}">
                <a16:creationId xmlns:a16="http://schemas.microsoft.com/office/drawing/2014/main" id="{3EC8975A-663D-8A91-4001-F469548A8349}"/>
              </a:ext>
            </a:extLst>
          </p:cNvPr>
          <p:cNvSpPr txBox="1">
            <a:spLocks/>
          </p:cNvSpPr>
          <p:nvPr/>
        </p:nvSpPr>
        <p:spPr>
          <a:xfrm>
            <a:off x="7551076" y="327816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09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1" name="Google Shape;905;p30">
            <a:extLst>
              <a:ext uri="{FF2B5EF4-FFF2-40B4-BE49-F238E27FC236}">
                <a16:creationId xmlns:a16="http://schemas.microsoft.com/office/drawing/2014/main" id="{AACD95E4-CF9F-DB9B-6265-D170DAC19EFB}"/>
              </a:ext>
            </a:extLst>
          </p:cNvPr>
          <p:cNvSpPr txBox="1">
            <a:spLocks/>
          </p:cNvSpPr>
          <p:nvPr/>
        </p:nvSpPr>
        <p:spPr>
          <a:xfrm>
            <a:off x="4661818" y="3142962"/>
            <a:ext cx="28892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r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Reporting</a:t>
            </a:r>
          </a:p>
        </p:txBody>
      </p:sp>
      <p:sp>
        <p:nvSpPr>
          <p:cNvPr id="28" name="Google Shape;899;p30">
            <a:extLst>
              <a:ext uri="{FF2B5EF4-FFF2-40B4-BE49-F238E27FC236}">
                <a16:creationId xmlns:a16="http://schemas.microsoft.com/office/drawing/2014/main" id="{44EB466E-529C-06B4-AE02-1D8B314B7468}"/>
              </a:ext>
            </a:extLst>
          </p:cNvPr>
          <p:cNvSpPr txBox="1">
            <a:spLocks/>
          </p:cNvSpPr>
          <p:nvPr/>
        </p:nvSpPr>
        <p:spPr>
          <a:xfrm>
            <a:off x="7551076" y="369035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10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9" name="Google Shape;905;p30">
            <a:extLst>
              <a:ext uri="{FF2B5EF4-FFF2-40B4-BE49-F238E27FC236}">
                <a16:creationId xmlns:a16="http://schemas.microsoft.com/office/drawing/2014/main" id="{50AB565C-0245-26A6-0023-902FCC2FAED8}"/>
              </a:ext>
            </a:extLst>
          </p:cNvPr>
          <p:cNvSpPr txBox="1">
            <a:spLocks/>
          </p:cNvSpPr>
          <p:nvPr/>
        </p:nvSpPr>
        <p:spPr>
          <a:xfrm>
            <a:off x="4661818" y="3555149"/>
            <a:ext cx="28892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r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Notifications</a:t>
            </a:r>
          </a:p>
        </p:txBody>
      </p:sp>
      <p:sp>
        <p:nvSpPr>
          <p:cNvPr id="30" name="Google Shape;899;p30">
            <a:extLst>
              <a:ext uri="{FF2B5EF4-FFF2-40B4-BE49-F238E27FC236}">
                <a16:creationId xmlns:a16="http://schemas.microsoft.com/office/drawing/2014/main" id="{B1AD58CC-985B-C294-9C6C-0AD3346BFC01}"/>
              </a:ext>
            </a:extLst>
          </p:cNvPr>
          <p:cNvSpPr txBox="1">
            <a:spLocks/>
          </p:cNvSpPr>
          <p:nvPr/>
        </p:nvSpPr>
        <p:spPr>
          <a:xfrm>
            <a:off x="7551076" y="409662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11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1" name="Google Shape;905;p30">
            <a:extLst>
              <a:ext uri="{FF2B5EF4-FFF2-40B4-BE49-F238E27FC236}">
                <a16:creationId xmlns:a16="http://schemas.microsoft.com/office/drawing/2014/main" id="{B6AB8663-0532-EC3D-B845-4C0EF7EA6153}"/>
              </a:ext>
            </a:extLst>
          </p:cNvPr>
          <p:cNvSpPr txBox="1">
            <a:spLocks/>
          </p:cNvSpPr>
          <p:nvPr/>
        </p:nvSpPr>
        <p:spPr>
          <a:xfrm>
            <a:off x="4661818" y="3961416"/>
            <a:ext cx="288925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r" fontAlgn="base">
              <a:spcBef>
                <a:spcPts val="1200"/>
              </a:spcBef>
              <a:spcAft>
                <a:spcPts val="1200"/>
              </a:spcAft>
            </a:pPr>
            <a:r>
              <a:rPr lang="en-US" sz="1600" b="0" dirty="0">
                <a:solidFill>
                  <a:srgbClr val="000000"/>
                </a:solidFill>
                <a:latin typeface="Archivo" panose="020B0604020202020204" charset="0"/>
                <a:cs typeface="Archivo" panose="020B0604020202020204" charset="0"/>
              </a:rPr>
              <a:t>Audit Trial</a:t>
            </a:r>
          </a:p>
        </p:txBody>
      </p:sp>
    </p:spTree>
    <p:extLst>
      <p:ext uri="{BB962C8B-B14F-4D97-AF65-F5344CB8AC3E}">
        <p14:creationId xmlns:p14="http://schemas.microsoft.com/office/powerpoint/2010/main" val="1869548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Non-functional Requirements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99" name="Google Shape;899;p30"/>
          <p:cNvSpPr txBox="1">
            <a:spLocks noGrp="1"/>
          </p:cNvSpPr>
          <p:nvPr>
            <p:ph type="title" idx="2"/>
          </p:nvPr>
        </p:nvSpPr>
        <p:spPr>
          <a:xfrm>
            <a:off x="1257503" y="1132095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01</a:t>
            </a:r>
            <a:endParaRPr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1"/>
          </p:nvPr>
        </p:nvSpPr>
        <p:spPr>
          <a:xfrm>
            <a:off x="1624853" y="1132095"/>
            <a:ext cx="6466524" cy="4515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Scalability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Ensure system handles growing users and data as university expands.</a:t>
            </a:r>
            <a:endParaRPr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2" name="Google Shape;899;p30">
            <a:extLst>
              <a:ext uri="{FF2B5EF4-FFF2-40B4-BE49-F238E27FC236}">
                <a16:creationId xmlns:a16="http://schemas.microsoft.com/office/drawing/2014/main" id="{0EEA91A1-5E38-C389-5BEF-D64067C5954D}"/>
              </a:ext>
            </a:extLst>
          </p:cNvPr>
          <p:cNvSpPr txBox="1">
            <a:spLocks/>
          </p:cNvSpPr>
          <p:nvPr/>
        </p:nvSpPr>
        <p:spPr>
          <a:xfrm>
            <a:off x="1257502" y="157969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02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3" name="Google Shape;905;p30">
            <a:extLst>
              <a:ext uri="{FF2B5EF4-FFF2-40B4-BE49-F238E27FC236}">
                <a16:creationId xmlns:a16="http://schemas.microsoft.com/office/drawing/2014/main" id="{E347F129-AA57-CF3E-58A6-D6973D4134A1}"/>
              </a:ext>
            </a:extLst>
          </p:cNvPr>
          <p:cNvSpPr txBox="1">
            <a:spLocks/>
          </p:cNvSpPr>
          <p:nvPr/>
        </p:nvSpPr>
        <p:spPr>
          <a:xfrm>
            <a:off x="1624851" y="1579695"/>
            <a:ext cx="6466524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Response Time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Optimize for quick user actions like proposal submission and search.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4" name="Google Shape;899;p30">
            <a:extLst>
              <a:ext uri="{FF2B5EF4-FFF2-40B4-BE49-F238E27FC236}">
                <a16:creationId xmlns:a16="http://schemas.microsoft.com/office/drawing/2014/main" id="{74AF8575-469F-2236-5ED0-24C1389A2510}"/>
              </a:ext>
            </a:extLst>
          </p:cNvPr>
          <p:cNvSpPr txBox="1">
            <a:spLocks/>
          </p:cNvSpPr>
          <p:nvPr/>
        </p:nvSpPr>
        <p:spPr>
          <a:xfrm>
            <a:off x="1257500" y="221514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03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5" name="Google Shape;905;p30">
            <a:extLst>
              <a:ext uri="{FF2B5EF4-FFF2-40B4-BE49-F238E27FC236}">
                <a16:creationId xmlns:a16="http://schemas.microsoft.com/office/drawing/2014/main" id="{0DCAC007-9B4A-9944-ABD4-8FD1DC0DFF97}"/>
              </a:ext>
            </a:extLst>
          </p:cNvPr>
          <p:cNvSpPr txBox="1">
            <a:spLocks/>
          </p:cNvSpPr>
          <p:nvPr/>
        </p:nvSpPr>
        <p:spPr>
          <a:xfrm>
            <a:off x="1624849" y="2215145"/>
            <a:ext cx="6466524" cy="44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Security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Implement data encryption and strong user authentication.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6" name="Google Shape;899;p30">
            <a:extLst>
              <a:ext uri="{FF2B5EF4-FFF2-40B4-BE49-F238E27FC236}">
                <a16:creationId xmlns:a16="http://schemas.microsoft.com/office/drawing/2014/main" id="{E985C6EC-2A99-B2A2-200B-2A54004403E0}"/>
              </a:ext>
            </a:extLst>
          </p:cNvPr>
          <p:cNvSpPr txBox="1">
            <a:spLocks/>
          </p:cNvSpPr>
          <p:nvPr/>
        </p:nvSpPr>
        <p:spPr>
          <a:xfrm>
            <a:off x="1260363" y="2664697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04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7" name="Google Shape;905;p30">
            <a:extLst>
              <a:ext uri="{FF2B5EF4-FFF2-40B4-BE49-F238E27FC236}">
                <a16:creationId xmlns:a16="http://schemas.microsoft.com/office/drawing/2014/main" id="{BDAE3B1C-6EB2-ECC2-28DB-C4590C0CFFBD}"/>
              </a:ext>
            </a:extLst>
          </p:cNvPr>
          <p:cNvSpPr txBox="1">
            <a:spLocks/>
          </p:cNvSpPr>
          <p:nvPr/>
        </p:nvSpPr>
        <p:spPr>
          <a:xfrm>
            <a:off x="1627712" y="2664697"/>
            <a:ext cx="6463661" cy="44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Usability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Design an intuitive, accessible interface following WCAG (Perceivable, Operable, Understandable and Robust) standards.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" name="Google Shape;899;p30">
            <a:extLst>
              <a:ext uri="{FF2B5EF4-FFF2-40B4-BE49-F238E27FC236}">
                <a16:creationId xmlns:a16="http://schemas.microsoft.com/office/drawing/2014/main" id="{D56AFFD7-06E6-BBD1-BFD8-22B607997354}"/>
              </a:ext>
            </a:extLst>
          </p:cNvPr>
          <p:cNvSpPr txBox="1">
            <a:spLocks/>
          </p:cNvSpPr>
          <p:nvPr/>
        </p:nvSpPr>
        <p:spPr>
          <a:xfrm>
            <a:off x="1257499" y="333414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05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3" name="Google Shape;905;p30">
            <a:extLst>
              <a:ext uri="{FF2B5EF4-FFF2-40B4-BE49-F238E27FC236}">
                <a16:creationId xmlns:a16="http://schemas.microsoft.com/office/drawing/2014/main" id="{CFF9551E-DBD3-16CA-FD14-09B72EE6D351}"/>
              </a:ext>
            </a:extLst>
          </p:cNvPr>
          <p:cNvSpPr txBox="1">
            <a:spLocks/>
          </p:cNvSpPr>
          <p:nvPr/>
        </p:nvSpPr>
        <p:spPr>
          <a:xfrm>
            <a:off x="1624849" y="3334145"/>
            <a:ext cx="646366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Reliability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Aim for high availability, regular backups, and disaster recovery.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" name="Google Shape;899;p30">
            <a:extLst>
              <a:ext uri="{FF2B5EF4-FFF2-40B4-BE49-F238E27FC236}">
                <a16:creationId xmlns:a16="http://schemas.microsoft.com/office/drawing/2014/main" id="{FF587E9C-397F-CD88-ECCB-B5E93E8DA1BE}"/>
              </a:ext>
            </a:extLst>
          </p:cNvPr>
          <p:cNvSpPr txBox="1">
            <a:spLocks/>
          </p:cNvSpPr>
          <p:nvPr/>
        </p:nvSpPr>
        <p:spPr>
          <a:xfrm>
            <a:off x="1254635" y="378174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06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6" name="Google Shape;905;p30">
            <a:extLst>
              <a:ext uri="{FF2B5EF4-FFF2-40B4-BE49-F238E27FC236}">
                <a16:creationId xmlns:a16="http://schemas.microsoft.com/office/drawing/2014/main" id="{D2826A53-C925-A4EA-5536-D5FA95A15ADF}"/>
              </a:ext>
            </a:extLst>
          </p:cNvPr>
          <p:cNvSpPr txBox="1">
            <a:spLocks/>
          </p:cNvSpPr>
          <p:nvPr/>
        </p:nvSpPr>
        <p:spPr>
          <a:xfrm>
            <a:off x="1621985" y="3781745"/>
            <a:ext cx="6463660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b="1" dirty="0">
                <a:latin typeface="Archivo" panose="020B0604020202020204" charset="0"/>
                <a:cs typeface="Archivo" panose="020B0604020202020204" charset="0"/>
              </a:rPr>
              <a:t>Maintainability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Use modular codebase and provide comprehensive documentation</a:t>
            </a: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4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Stakeholders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99" name="Google Shape;899;p30"/>
          <p:cNvSpPr txBox="1">
            <a:spLocks noGrp="1"/>
          </p:cNvSpPr>
          <p:nvPr>
            <p:ph type="title" idx="2"/>
          </p:nvPr>
        </p:nvSpPr>
        <p:spPr>
          <a:xfrm>
            <a:off x="1257503" y="13022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01</a:t>
            </a:r>
            <a:endParaRPr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1"/>
          </p:nvPr>
        </p:nvSpPr>
        <p:spPr>
          <a:xfrm>
            <a:off x="1624853" y="1302216"/>
            <a:ext cx="5894294" cy="785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Archivo" panose="020B0604020202020204" charset="0"/>
                <a:cs typeface="Archivo" panose="020B0604020202020204" charset="0"/>
              </a:rPr>
              <a:t>Super Admin: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Manages the entire system, including user management, department configuration, and maintenance.</a:t>
            </a:r>
            <a:endParaRPr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2" name="Google Shape;899;p30">
            <a:extLst>
              <a:ext uri="{FF2B5EF4-FFF2-40B4-BE49-F238E27FC236}">
                <a16:creationId xmlns:a16="http://schemas.microsoft.com/office/drawing/2014/main" id="{0EEA91A1-5E38-C389-5BEF-D64067C5954D}"/>
              </a:ext>
            </a:extLst>
          </p:cNvPr>
          <p:cNvSpPr txBox="1">
            <a:spLocks/>
          </p:cNvSpPr>
          <p:nvPr/>
        </p:nvSpPr>
        <p:spPr>
          <a:xfrm>
            <a:off x="1257503" y="195434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02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3" name="Google Shape;905;p30">
            <a:extLst>
              <a:ext uri="{FF2B5EF4-FFF2-40B4-BE49-F238E27FC236}">
                <a16:creationId xmlns:a16="http://schemas.microsoft.com/office/drawing/2014/main" id="{E347F129-AA57-CF3E-58A6-D6973D4134A1}"/>
              </a:ext>
            </a:extLst>
          </p:cNvPr>
          <p:cNvSpPr txBox="1">
            <a:spLocks/>
          </p:cNvSpPr>
          <p:nvPr/>
        </p:nvSpPr>
        <p:spPr>
          <a:xfrm>
            <a:off x="1624852" y="1954346"/>
            <a:ext cx="5894295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Admin (Advisor):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Oversees department-specific user accounts, manages the proposal submission process and approves or rejects proposals.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4" name="Google Shape;899;p30">
            <a:extLst>
              <a:ext uri="{FF2B5EF4-FFF2-40B4-BE49-F238E27FC236}">
                <a16:creationId xmlns:a16="http://schemas.microsoft.com/office/drawing/2014/main" id="{74AF8575-469F-2236-5ED0-24C1389A2510}"/>
              </a:ext>
            </a:extLst>
          </p:cNvPr>
          <p:cNvSpPr txBox="1">
            <a:spLocks/>
          </p:cNvSpPr>
          <p:nvPr/>
        </p:nvSpPr>
        <p:spPr>
          <a:xfrm>
            <a:off x="1257503" y="260647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03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5" name="Google Shape;905;p30">
            <a:extLst>
              <a:ext uri="{FF2B5EF4-FFF2-40B4-BE49-F238E27FC236}">
                <a16:creationId xmlns:a16="http://schemas.microsoft.com/office/drawing/2014/main" id="{0DCAC007-9B4A-9944-ABD4-8FD1DC0DFF97}"/>
              </a:ext>
            </a:extLst>
          </p:cNvPr>
          <p:cNvSpPr txBox="1">
            <a:spLocks/>
          </p:cNvSpPr>
          <p:nvPr/>
        </p:nvSpPr>
        <p:spPr>
          <a:xfrm>
            <a:off x="1624852" y="2606476"/>
            <a:ext cx="5888573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Supervisor (Teacher):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Reviews, and provides guidance and feedback to students.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6" name="Google Shape;899;p30">
            <a:extLst>
              <a:ext uri="{FF2B5EF4-FFF2-40B4-BE49-F238E27FC236}">
                <a16:creationId xmlns:a16="http://schemas.microsoft.com/office/drawing/2014/main" id="{E985C6EC-2A99-B2A2-200B-2A54004403E0}"/>
              </a:ext>
            </a:extLst>
          </p:cNvPr>
          <p:cNvSpPr txBox="1">
            <a:spLocks/>
          </p:cNvSpPr>
          <p:nvPr/>
        </p:nvSpPr>
        <p:spPr>
          <a:xfrm>
            <a:off x="1257503" y="325860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04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7" name="Google Shape;905;p30">
            <a:extLst>
              <a:ext uri="{FF2B5EF4-FFF2-40B4-BE49-F238E27FC236}">
                <a16:creationId xmlns:a16="http://schemas.microsoft.com/office/drawing/2014/main" id="{BDAE3B1C-6EB2-ECC2-28DB-C4590C0CFFBD}"/>
              </a:ext>
            </a:extLst>
          </p:cNvPr>
          <p:cNvSpPr txBox="1">
            <a:spLocks/>
          </p:cNvSpPr>
          <p:nvPr/>
        </p:nvSpPr>
        <p:spPr>
          <a:xfrm>
            <a:off x="1624853" y="3258606"/>
            <a:ext cx="5888572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200" dirty="0">
                <a:latin typeface="Archivo" panose="020B0604020202020204" charset="0"/>
                <a:cs typeface="Archivo" panose="020B0604020202020204" charset="0"/>
              </a:rPr>
              <a:t>Students: </a:t>
            </a:r>
            <a:r>
              <a:rPr lang="en-US" sz="1200" b="0" dirty="0">
                <a:latin typeface="Archivo" panose="020B0604020202020204" charset="0"/>
                <a:cs typeface="Archivo" panose="020B0604020202020204" charset="0"/>
              </a:rPr>
              <a:t>Submit proposals, track their status, and receive feedback from supervisors.</a:t>
            </a:r>
            <a:endParaRPr lang="en-US" sz="1400" b="0" dirty="0"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3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>
          <a:extLst>
            <a:ext uri="{FF2B5EF4-FFF2-40B4-BE49-F238E27FC236}">
              <a16:creationId xmlns:a16="http://schemas.microsoft.com/office/drawing/2014/main" id="{9B554CF3-596A-4B28-FA11-8952BA7D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30">
            <a:extLst>
              <a:ext uri="{FF2B5EF4-FFF2-40B4-BE49-F238E27FC236}">
                <a16:creationId xmlns:a16="http://schemas.microsoft.com/office/drawing/2014/main" id="{66D09E10-2C94-1C63-252F-D6507ED71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System Architecture 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99" name="Google Shape;899;p30">
            <a:extLst>
              <a:ext uri="{FF2B5EF4-FFF2-40B4-BE49-F238E27FC236}">
                <a16:creationId xmlns:a16="http://schemas.microsoft.com/office/drawing/2014/main" id="{0661517B-D0DB-4444-70B0-74B364472E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257503" y="13022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01</a:t>
            </a:r>
            <a:endParaRPr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905" name="Google Shape;905;p30">
            <a:extLst>
              <a:ext uri="{FF2B5EF4-FFF2-40B4-BE49-F238E27FC236}">
                <a16:creationId xmlns:a16="http://schemas.microsoft.com/office/drawing/2014/main" id="{24245A09-8566-46DC-7BA0-61DAE34675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4852" y="1272596"/>
            <a:ext cx="5894294" cy="7852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Poppins" panose="00000500000000000000" pitchFamily="2" charset="0"/>
                <a:cs typeface="Poppins" panose="00000500000000000000" pitchFamily="2" charset="0"/>
              </a:rPr>
              <a:t>Frontend: </a:t>
            </a:r>
            <a:r>
              <a:rPr lang="en-US" sz="1400" b="0" dirty="0"/>
              <a:t>Laravel Blade templates, Bootstrap, and JavaScript</a:t>
            </a:r>
            <a:endParaRPr sz="1600" b="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2" name="Google Shape;899;p30">
            <a:extLst>
              <a:ext uri="{FF2B5EF4-FFF2-40B4-BE49-F238E27FC236}">
                <a16:creationId xmlns:a16="http://schemas.microsoft.com/office/drawing/2014/main" id="{59724D39-AE67-BEE0-B6C9-9BB2679A20C0}"/>
              </a:ext>
            </a:extLst>
          </p:cNvPr>
          <p:cNvSpPr txBox="1">
            <a:spLocks/>
          </p:cNvSpPr>
          <p:nvPr/>
        </p:nvSpPr>
        <p:spPr>
          <a:xfrm>
            <a:off x="1257503" y="195434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02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3" name="Google Shape;905;p30">
            <a:extLst>
              <a:ext uri="{FF2B5EF4-FFF2-40B4-BE49-F238E27FC236}">
                <a16:creationId xmlns:a16="http://schemas.microsoft.com/office/drawing/2014/main" id="{82D294B1-907C-3562-5E16-D089778EDA2A}"/>
              </a:ext>
            </a:extLst>
          </p:cNvPr>
          <p:cNvSpPr txBox="1">
            <a:spLocks/>
          </p:cNvSpPr>
          <p:nvPr/>
        </p:nvSpPr>
        <p:spPr>
          <a:xfrm>
            <a:off x="1624852" y="1905815"/>
            <a:ext cx="5894295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Backend: </a:t>
            </a:r>
            <a:r>
              <a:rPr lang="en-US" sz="1400" b="0" dirty="0">
                <a:latin typeface="Poppins" panose="00000500000000000000" pitchFamily="2" charset="0"/>
                <a:cs typeface="Poppins" panose="00000500000000000000" pitchFamily="2" charset="0"/>
              </a:rPr>
              <a:t>PHP, Laravel</a:t>
            </a:r>
            <a:endParaRPr lang="en-US" sz="1600" b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Google Shape;899;p30">
            <a:extLst>
              <a:ext uri="{FF2B5EF4-FFF2-40B4-BE49-F238E27FC236}">
                <a16:creationId xmlns:a16="http://schemas.microsoft.com/office/drawing/2014/main" id="{4ADEB736-98E8-927C-2765-1DD3B32D4597}"/>
              </a:ext>
            </a:extLst>
          </p:cNvPr>
          <p:cNvSpPr txBox="1">
            <a:spLocks/>
          </p:cNvSpPr>
          <p:nvPr/>
        </p:nvSpPr>
        <p:spPr>
          <a:xfrm>
            <a:off x="1257503" y="260647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03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5" name="Google Shape;905;p30">
            <a:extLst>
              <a:ext uri="{FF2B5EF4-FFF2-40B4-BE49-F238E27FC236}">
                <a16:creationId xmlns:a16="http://schemas.microsoft.com/office/drawing/2014/main" id="{869E4578-8D8B-2DAB-7583-A88BB83E48AD}"/>
              </a:ext>
            </a:extLst>
          </p:cNvPr>
          <p:cNvSpPr txBox="1">
            <a:spLocks/>
          </p:cNvSpPr>
          <p:nvPr/>
        </p:nvSpPr>
        <p:spPr>
          <a:xfrm>
            <a:off x="1624852" y="2532977"/>
            <a:ext cx="5888573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Database: </a:t>
            </a:r>
            <a:r>
              <a:rPr lang="en-US" sz="1400" b="0" dirty="0">
                <a:latin typeface="Poppins" panose="00000500000000000000" pitchFamily="2" charset="0"/>
                <a:cs typeface="Poppins" panose="00000500000000000000" pitchFamily="2" charset="0"/>
              </a:rPr>
              <a:t>MySQL</a:t>
            </a:r>
            <a:r>
              <a:rPr lang="en-US" sz="1600" b="0" dirty="0">
                <a:latin typeface="Poppins" panose="00000500000000000000" pitchFamily="2" charset="0"/>
                <a:cs typeface="Poppins" panose="00000500000000000000" pitchFamily="2" charset="0"/>
              </a:rPr>
              <a:t>, XAMPP Server</a:t>
            </a:r>
          </a:p>
        </p:txBody>
      </p:sp>
      <p:sp>
        <p:nvSpPr>
          <p:cNvPr id="26" name="Google Shape;899;p30">
            <a:extLst>
              <a:ext uri="{FF2B5EF4-FFF2-40B4-BE49-F238E27FC236}">
                <a16:creationId xmlns:a16="http://schemas.microsoft.com/office/drawing/2014/main" id="{4B80514A-5BFB-F387-2B15-FBF025474307}"/>
              </a:ext>
            </a:extLst>
          </p:cNvPr>
          <p:cNvSpPr txBox="1">
            <a:spLocks/>
          </p:cNvSpPr>
          <p:nvPr/>
        </p:nvSpPr>
        <p:spPr>
          <a:xfrm>
            <a:off x="1257503" y="325860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sz="1600" dirty="0">
                <a:latin typeface="Archivo" panose="020B0604020202020204" charset="0"/>
                <a:cs typeface="Archivo" panose="020B0604020202020204" charset="0"/>
              </a:rPr>
              <a:t>04</a:t>
            </a:r>
            <a:endParaRPr lang="en" sz="2000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27" name="Google Shape;905;p30">
            <a:extLst>
              <a:ext uri="{FF2B5EF4-FFF2-40B4-BE49-F238E27FC236}">
                <a16:creationId xmlns:a16="http://schemas.microsoft.com/office/drawing/2014/main" id="{43CCD1F8-6F1F-E1BB-12A4-9C33DE6C4CD4}"/>
              </a:ext>
            </a:extLst>
          </p:cNvPr>
          <p:cNvSpPr txBox="1">
            <a:spLocks/>
          </p:cNvSpPr>
          <p:nvPr/>
        </p:nvSpPr>
        <p:spPr>
          <a:xfrm>
            <a:off x="1624853" y="3214727"/>
            <a:ext cx="5888572" cy="78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Hosting: </a:t>
            </a:r>
            <a:r>
              <a:rPr lang="en-US" sz="1400" b="0" dirty="0">
                <a:latin typeface="Poppins" panose="00000500000000000000" pitchFamily="2" charset="0"/>
                <a:cs typeface="Poppins" panose="00000500000000000000" pitchFamily="2" charset="0"/>
              </a:rPr>
              <a:t>XAMPP during development, scalable AWS deployment.</a:t>
            </a:r>
            <a:endParaRPr lang="en-US" sz="1600" b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70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1"/>
          <p:cNvSpPr txBox="1">
            <a:spLocks noGrp="1"/>
          </p:cNvSpPr>
          <p:nvPr>
            <p:ph type="title"/>
          </p:nvPr>
        </p:nvSpPr>
        <p:spPr>
          <a:xfrm>
            <a:off x="783582" y="881320"/>
            <a:ext cx="4294800" cy="7183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rchivo" panose="020B0604020202020204" charset="0"/>
                <a:cs typeface="Archivo" panose="020B0604020202020204" charset="0"/>
              </a:rPr>
              <a:t>Use Case Diagram</a:t>
            </a:r>
            <a:endParaRPr dirty="0">
              <a:latin typeface="Archivo" panose="020B0604020202020204" charset="0"/>
              <a:cs typeface="Archivo" panose="020B0604020202020204" charset="0"/>
            </a:endParaRPr>
          </a:p>
        </p:txBody>
      </p:sp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4" name="Google Shape;899;p30">
            <a:extLst>
              <a:ext uri="{FF2B5EF4-FFF2-40B4-BE49-F238E27FC236}">
                <a16:creationId xmlns:a16="http://schemas.microsoft.com/office/drawing/2014/main" id="{77AE00D7-5B17-3D06-515A-343B74592664}"/>
              </a:ext>
            </a:extLst>
          </p:cNvPr>
          <p:cNvSpPr txBox="1">
            <a:spLocks/>
          </p:cNvSpPr>
          <p:nvPr/>
        </p:nvSpPr>
        <p:spPr>
          <a:xfrm>
            <a:off x="1325843" y="2499532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rtl="0">
              <a:buClrTx/>
              <a:buFontTx/>
            </a:pPr>
            <a:r>
              <a:rPr lang="en" sz="2000" b="1">
                <a:solidFill>
                  <a:sysClr val="windowText" lastClr="000000"/>
                </a:solidFill>
                <a:latin typeface="Archivo" panose="020B0604020202020204" charset="0"/>
                <a:cs typeface="Archivo" panose="020B0604020202020204" charset="0"/>
              </a:rPr>
              <a:t>01</a:t>
            </a:r>
            <a:endParaRPr lang="en" sz="2000" b="1" dirty="0">
              <a:solidFill>
                <a:sysClr val="windowText" lastClr="000000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5" name="Google Shape;901;p30">
            <a:extLst>
              <a:ext uri="{FF2B5EF4-FFF2-40B4-BE49-F238E27FC236}">
                <a16:creationId xmlns:a16="http://schemas.microsoft.com/office/drawing/2014/main" id="{EC1D36E5-B9CB-031F-AE09-DE9A5E6B3B6D}"/>
              </a:ext>
            </a:extLst>
          </p:cNvPr>
          <p:cNvSpPr txBox="1">
            <a:spLocks/>
          </p:cNvSpPr>
          <p:nvPr/>
        </p:nvSpPr>
        <p:spPr>
          <a:xfrm>
            <a:off x="1325842" y="285759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b="1">
                <a:latin typeface="Archivo" panose="020B0604020202020204" charset="0"/>
                <a:cs typeface="Archivo" panose="020B0604020202020204" charset="0"/>
              </a:rPr>
              <a:t>02</a:t>
            </a:r>
            <a:endParaRPr lang="en" b="1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6" name="Google Shape;903;p30">
            <a:extLst>
              <a:ext uri="{FF2B5EF4-FFF2-40B4-BE49-F238E27FC236}">
                <a16:creationId xmlns:a16="http://schemas.microsoft.com/office/drawing/2014/main" id="{C0E79126-6C89-E51E-A679-93811E9E37B7}"/>
              </a:ext>
            </a:extLst>
          </p:cNvPr>
          <p:cNvSpPr txBox="1">
            <a:spLocks/>
          </p:cNvSpPr>
          <p:nvPr/>
        </p:nvSpPr>
        <p:spPr>
          <a:xfrm>
            <a:off x="1325842" y="321101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b="1" dirty="0">
                <a:latin typeface="Archivo" panose="020B0604020202020204" charset="0"/>
                <a:cs typeface="Archivo" panose="020B0604020202020204" charset="0"/>
              </a:rPr>
              <a:t>03</a:t>
            </a:r>
            <a:endParaRPr lang="en" b="1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7" name="Google Shape;905;p30">
            <a:extLst>
              <a:ext uri="{FF2B5EF4-FFF2-40B4-BE49-F238E27FC236}">
                <a16:creationId xmlns:a16="http://schemas.microsoft.com/office/drawing/2014/main" id="{91AD7D8F-78F5-C898-D42F-F2F7E2283C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19918" y="2499524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Archivo" panose="020B0604020202020204" charset="0"/>
                <a:cs typeface="Archivo" panose="020B0604020202020204" charset="0"/>
              </a:rPr>
              <a:t>Super Admin</a:t>
            </a:r>
            <a:endParaRPr sz="1400" b="1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8" name="Google Shape;906;p30">
            <a:extLst>
              <a:ext uri="{FF2B5EF4-FFF2-40B4-BE49-F238E27FC236}">
                <a16:creationId xmlns:a16="http://schemas.microsoft.com/office/drawing/2014/main" id="{9FA37F30-A509-DBCD-5268-97FF14CA7CCD}"/>
              </a:ext>
            </a:extLst>
          </p:cNvPr>
          <p:cNvSpPr txBox="1">
            <a:spLocks/>
          </p:cNvSpPr>
          <p:nvPr/>
        </p:nvSpPr>
        <p:spPr>
          <a:xfrm>
            <a:off x="2119917" y="2857585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Admin</a:t>
            </a:r>
          </a:p>
        </p:txBody>
      </p:sp>
      <p:sp>
        <p:nvSpPr>
          <p:cNvPr id="9" name="Google Shape;907;p30">
            <a:extLst>
              <a:ext uri="{FF2B5EF4-FFF2-40B4-BE49-F238E27FC236}">
                <a16:creationId xmlns:a16="http://schemas.microsoft.com/office/drawing/2014/main" id="{B039F45C-3E32-EB9D-5C2D-04998A83DC6A}"/>
              </a:ext>
            </a:extLst>
          </p:cNvPr>
          <p:cNvSpPr txBox="1">
            <a:spLocks/>
          </p:cNvSpPr>
          <p:nvPr/>
        </p:nvSpPr>
        <p:spPr>
          <a:xfrm>
            <a:off x="2119917" y="3211010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Supervisor</a:t>
            </a:r>
          </a:p>
        </p:txBody>
      </p: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1295971" y="1750782"/>
            <a:ext cx="2095815" cy="63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Actors</a:t>
            </a:r>
          </a:p>
        </p:txBody>
      </p:sp>
      <p:sp>
        <p:nvSpPr>
          <p:cNvPr id="11" name="Google Shape;903;p30">
            <a:extLst>
              <a:ext uri="{FF2B5EF4-FFF2-40B4-BE49-F238E27FC236}">
                <a16:creationId xmlns:a16="http://schemas.microsoft.com/office/drawing/2014/main" id="{7CCEACC3-19EE-8154-8099-5F895BA8E4C4}"/>
              </a:ext>
            </a:extLst>
          </p:cNvPr>
          <p:cNvSpPr txBox="1">
            <a:spLocks/>
          </p:cNvSpPr>
          <p:nvPr/>
        </p:nvSpPr>
        <p:spPr>
          <a:xfrm>
            <a:off x="1325842" y="357274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b="1" dirty="0">
                <a:latin typeface="Archivo" panose="020B0604020202020204" charset="0"/>
                <a:cs typeface="Archivo" panose="020B0604020202020204" charset="0"/>
              </a:rPr>
              <a:t>04</a:t>
            </a:r>
            <a:endParaRPr lang="en" b="1" dirty="0">
              <a:latin typeface="Archivo" panose="020B0604020202020204" charset="0"/>
              <a:cs typeface="Archivo" panose="020B0604020202020204" charset="0"/>
            </a:endParaRPr>
          </a:p>
        </p:txBody>
      </p:sp>
      <p:sp>
        <p:nvSpPr>
          <p:cNvPr id="12" name="Google Shape;907;p30">
            <a:extLst>
              <a:ext uri="{FF2B5EF4-FFF2-40B4-BE49-F238E27FC236}">
                <a16:creationId xmlns:a16="http://schemas.microsoft.com/office/drawing/2014/main" id="{E3389A8C-81C9-1204-A4F2-9901838A8726}"/>
              </a:ext>
            </a:extLst>
          </p:cNvPr>
          <p:cNvSpPr txBox="1">
            <a:spLocks/>
          </p:cNvSpPr>
          <p:nvPr/>
        </p:nvSpPr>
        <p:spPr>
          <a:xfrm>
            <a:off x="2119917" y="3572739"/>
            <a:ext cx="27861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latin typeface="Archivo" panose="020B0604020202020204" charset="0"/>
                <a:cs typeface="Archivo" panose="020B0604020202020204" charset="0"/>
              </a:rPr>
              <a:t>Student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66DDA62-4028-E671-A612-BE71859B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187" y="1745823"/>
            <a:ext cx="3359928" cy="235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hlinkClick r:id="rId4"/>
            <a:extLst>
              <a:ext uri="{FF2B5EF4-FFF2-40B4-BE49-F238E27FC236}">
                <a16:creationId xmlns:a16="http://schemas.microsoft.com/office/drawing/2014/main" id="{3575749C-8C0C-B6D6-6727-BBC2AC551770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3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572957" y="384723"/>
            <a:ext cx="2095815" cy="63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Student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C870A7-FAF0-FA41-A8BB-8C035A60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495" y="0"/>
            <a:ext cx="5279526" cy="5143500"/>
          </a:xfrm>
          <a:prstGeom prst="rect">
            <a:avLst/>
          </a:prstGeom>
        </p:spPr>
      </p:pic>
      <p:sp>
        <p:nvSpPr>
          <p:cNvPr id="15" name="Rectangle: Rounded Corners 14">
            <a:hlinkClick r:id="rId4"/>
            <a:extLst>
              <a:ext uri="{FF2B5EF4-FFF2-40B4-BE49-F238E27FC236}">
                <a16:creationId xmlns:a16="http://schemas.microsoft.com/office/drawing/2014/main" id="{85B5E561-94CF-D9A8-F28B-26D2FF7718FE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08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572957" y="384723"/>
            <a:ext cx="2095815" cy="63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Supervisor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B36A8B-0DEA-9E71-CEC7-BFB1AA44F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4587" y="0"/>
            <a:ext cx="5680609" cy="5143500"/>
          </a:xfrm>
          <a:prstGeom prst="rect">
            <a:avLst/>
          </a:prstGeom>
        </p:spPr>
      </p:pic>
      <p:sp>
        <p:nvSpPr>
          <p:cNvPr id="4" name="Rectangle: Rounded Corners 3">
            <a:hlinkClick r:id="rId4"/>
            <a:extLst>
              <a:ext uri="{FF2B5EF4-FFF2-40B4-BE49-F238E27FC236}">
                <a16:creationId xmlns:a16="http://schemas.microsoft.com/office/drawing/2014/main" id="{83C34B4F-AC57-B399-9BBE-DA6BF224D57A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081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572957" y="384723"/>
            <a:ext cx="2095815" cy="106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Admin &amp;</a:t>
            </a:r>
          </a:p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Super Admin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DF3D9-E7BC-913C-CD3B-C40084CB7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55" y="0"/>
            <a:ext cx="5275063" cy="5143500"/>
          </a:xfrm>
          <a:prstGeom prst="rect">
            <a:avLst/>
          </a:prstGeom>
        </p:spPr>
      </p:pic>
      <p:sp>
        <p:nvSpPr>
          <p:cNvPr id="5" name="Rectangle: Rounded Corners 4">
            <a:hlinkClick r:id="rId4"/>
            <a:extLst>
              <a:ext uri="{FF2B5EF4-FFF2-40B4-BE49-F238E27FC236}">
                <a16:creationId xmlns:a16="http://schemas.microsoft.com/office/drawing/2014/main" id="{DA6D2166-F99B-18CD-0340-83F6C13114F0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900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572957" y="384723"/>
            <a:ext cx="2495502" cy="106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Activity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63A75-17A8-1535-7973-4B57B4951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21" y="0"/>
            <a:ext cx="4286250" cy="5143500"/>
          </a:xfrm>
          <a:prstGeom prst="rect">
            <a:avLst/>
          </a:prstGeom>
        </p:spPr>
      </p:pic>
      <p:sp>
        <p:nvSpPr>
          <p:cNvPr id="5" name="Rectangle: Rounded Corners 4">
            <a:hlinkClick r:id="rId4"/>
            <a:extLst>
              <a:ext uri="{FF2B5EF4-FFF2-40B4-BE49-F238E27FC236}">
                <a16:creationId xmlns:a16="http://schemas.microsoft.com/office/drawing/2014/main" id="{F1B8183C-CCEE-E4B2-E223-BDE4C82C77AD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09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572957" y="384723"/>
            <a:ext cx="2697060" cy="106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729B4-2D78-DB48-72DB-F166E244D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468" y="73099"/>
            <a:ext cx="3577929" cy="4997302"/>
          </a:xfrm>
          <a:prstGeom prst="rect">
            <a:avLst/>
          </a:prstGeom>
        </p:spPr>
      </p:pic>
      <p:sp>
        <p:nvSpPr>
          <p:cNvPr id="5" name="Rectangle: Rounded Corners 4">
            <a:hlinkClick r:id="rId4"/>
            <a:extLst>
              <a:ext uri="{FF2B5EF4-FFF2-40B4-BE49-F238E27FC236}">
                <a16:creationId xmlns:a16="http://schemas.microsoft.com/office/drawing/2014/main" id="{21EABF29-5428-A046-F879-826AD7621843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209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8" name="Google Shape;918;p31"/>
          <p:cNvGrpSpPr/>
          <p:nvPr/>
        </p:nvGrpSpPr>
        <p:grpSpPr>
          <a:xfrm>
            <a:off x="5751495" y="253290"/>
            <a:ext cx="1467903" cy="1192989"/>
            <a:chOff x="5751495" y="253290"/>
            <a:chExt cx="1467903" cy="1192989"/>
          </a:xfrm>
        </p:grpSpPr>
        <p:sp>
          <p:nvSpPr>
            <p:cNvPr id="919" name="Google Shape;919;p31"/>
            <p:cNvSpPr/>
            <p:nvPr/>
          </p:nvSpPr>
          <p:spPr>
            <a:xfrm>
              <a:off x="6322141" y="253290"/>
              <a:ext cx="897256" cy="896968"/>
            </a:xfrm>
            <a:custGeom>
              <a:avLst/>
              <a:gdLst/>
              <a:ahLst/>
              <a:cxnLst/>
              <a:rect l="l" t="t" r="r" b="b"/>
              <a:pathLst>
                <a:path w="28013" h="28004" extrusionOk="0">
                  <a:moveTo>
                    <a:pt x="0" y="1"/>
                  </a:moveTo>
                  <a:lnTo>
                    <a:pt x="0" y="28004"/>
                  </a:lnTo>
                  <a:lnTo>
                    <a:pt x="28012" y="28004"/>
                  </a:lnTo>
                  <a:lnTo>
                    <a:pt x="280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 panose="020B0604020202020204" charset="0"/>
                <a:cs typeface="Archivo" panose="020B0604020202020204" charset="0"/>
              </a:endParaRPr>
            </a:p>
          </p:txBody>
        </p:sp>
        <p:grpSp>
          <p:nvGrpSpPr>
            <p:cNvPr id="920" name="Google Shape;920;p31"/>
            <p:cNvGrpSpPr/>
            <p:nvPr/>
          </p:nvGrpSpPr>
          <p:grpSpPr>
            <a:xfrm>
              <a:off x="5751495" y="903339"/>
              <a:ext cx="685250" cy="542941"/>
              <a:chOff x="9849095" y="4380039"/>
              <a:chExt cx="685250" cy="542941"/>
            </a:xfrm>
          </p:grpSpPr>
          <p:sp>
            <p:nvSpPr>
              <p:cNvPr id="921" name="Google Shape;921;p31"/>
              <p:cNvSpPr/>
              <p:nvPr/>
            </p:nvSpPr>
            <p:spPr>
              <a:xfrm>
                <a:off x="9849095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9849095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9849095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9849095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5" name="Google Shape;925;p31"/>
              <p:cNvSpPr/>
              <p:nvPr/>
            </p:nvSpPr>
            <p:spPr>
              <a:xfrm>
                <a:off x="10011135" y="4885824"/>
                <a:ext cx="37155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6" name="Google Shape;926;p31"/>
              <p:cNvSpPr/>
              <p:nvPr/>
            </p:nvSpPr>
            <p:spPr>
              <a:xfrm>
                <a:off x="10011135" y="4717218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10011135" y="4548644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8" name="Google Shape;928;p31"/>
              <p:cNvSpPr/>
              <p:nvPr/>
            </p:nvSpPr>
            <p:spPr>
              <a:xfrm>
                <a:off x="10011135" y="4380039"/>
                <a:ext cx="37155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29" name="Google Shape;929;p31"/>
              <p:cNvSpPr/>
              <p:nvPr/>
            </p:nvSpPr>
            <p:spPr>
              <a:xfrm>
                <a:off x="10173142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10173142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59"/>
                      <a:pt x="0" y="581"/>
                    </a:cubicBezTo>
                    <a:cubicBezTo>
                      <a:pt x="0" y="902"/>
                      <a:pt x="259" y="1160"/>
                      <a:pt x="580" y="1160"/>
                    </a:cubicBezTo>
                    <a:cubicBezTo>
                      <a:pt x="901" y="1160"/>
                      <a:pt x="1160" y="902"/>
                      <a:pt x="1160" y="581"/>
                    </a:cubicBezTo>
                    <a:cubicBezTo>
                      <a:pt x="1160" y="259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10173142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0"/>
                    </a:moveTo>
                    <a:cubicBezTo>
                      <a:pt x="259" y="0"/>
                      <a:pt x="0" y="259"/>
                      <a:pt x="0" y="580"/>
                    </a:cubicBezTo>
                    <a:cubicBezTo>
                      <a:pt x="0" y="901"/>
                      <a:pt x="259" y="1160"/>
                      <a:pt x="580" y="1160"/>
                    </a:cubicBezTo>
                    <a:cubicBezTo>
                      <a:pt x="901" y="1160"/>
                      <a:pt x="1160" y="901"/>
                      <a:pt x="1160" y="580"/>
                    </a:cubicBezTo>
                    <a:cubicBezTo>
                      <a:pt x="1160" y="259"/>
                      <a:pt x="901" y="0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10173142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0" y="1"/>
                    </a:moveTo>
                    <a:cubicBezTo>
                      <a:pt x="259" y="1"/>
                      <a:pt x="0" y="260"/>
                      <a:pt x="0" y="581"/>
                    </a:cubicBezTo>
                    <a:cubicBezTo>
                      <a:pt x="0" y="902"/>
                      <a:pt x="259" y="1161"/>
                      <a:pt x="580" y="1161"/>
                    </a:cubicBezTo>
                    <a:cubicBezTo>
                      <a:pt x="901" y="1161"/>
                      <a:pt x="1160" y="902"/>
                      <a:pt x="1160" y="581"/>
                    </a:cubicBezTo>
                    <a:cubicBezTo>
                      <a:pt x="1160" y="260"/>
                      <a:pt x="901" y="1"/>
                      <a:pt x="5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10335150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10335150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59"/>
                      <a:pt x="1" y="581"/>
                    </a:cubicBezTo>
                    <a:cubicBezTo>
                      <a:pt x="1" y="902"/>
                      <a:pt x="259" y="1160"/>
                      <a:pt x="581" y="1160"/>
                    </a:cubicBezTo>
                    <a:cubicBezTo>
                      <a:pt x="902" y="1160"/>
                      <a:pt x="1160" y="902"/>
                      <a:pt x="1160" y="581"/>
                    </a:cubicBezTo>
                    <a:cubicBezTo>
                      <a:pt x="1160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10335150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59" y="0"/>
                      <a:pt x="1" y="259"/>
                      <a:pt x="1" y="580"/>
                    </a:cubicBezTo>
                    <a:cubicBezTo>
                      <a:pt x="1" y="901"/>
                      <a:pt x="259" y="1160"/>
                      <a:pt x="581" y="1160"/>
                    </a:cubicBezTo>
                    <a:cubicBezTo>
                      <a:pt x="902" y="1160"/>
                      <a:pt x="1160" y="901"/>
                      <a:pt x="1160" y="580"/>
                    </a:cubicBezTo>
                    <a:cubicBezTo>
                      <a:pt x="1160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10335150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59" y="1"/>
                      <a:pt x="1" y="260"/>
                      <a:pt x="1" y="581"/>
                    </a:cubicBezTo>
                    <a:cubicBezTo>
                      <a:pt x="1" y="902"/>
                      <a:pt x="259" y="1161"/>
                      <a:pt x="581" y="1161"/>
                    </a:cubicBezTo>
                    <a:cubicBezTo>
                      <a:pt x="902" y="1161"/>
                      <a:pt x="1160" y="902"/>
                      <a:pt x="1160" y="581"/>
                    </a:cubicBezTo>
                    <a:cubicBezTo>
                      <a:pt x="1160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10497158" y="4885824"/>
                <a:ext cx="37187" cy="37155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0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10497158" y="4717218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59"/>
                      <a:pt x="1" y="581"/>
                    </a:cubicBezTo>
                    <a:cubicBezTo>
                      <a:pt x="1" y="902"/>
                      <a:pt x="260" y="1160"/>
                      <a:pt x="581" y="1160"/>
                    </a:cubicBezTo>
                    <a:cubicBezTo>
                      <a:pt x="902" y="1160"/>
                      <a:pt x="1161" y="902"/>
                      <a:pt x="1161" y="581"/>
                    </a:cubicBezTo>
                    <a:cubicBezTo>
                      <a:pt x="1161" y="259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10497158" y="4548644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0"/>
                    </a:moveTo>
                    <a:cubicBezTo>
                      <a:pt x="260" y="0"/>
                      <a:pt x="1" y="259"/>
                      <a:pt x="1" y="580"/>
                    </a:cubicBezTo>
                    <a:cubicBezTo>
                      <a:pt x="1" y="901"/>
                      <a:pt x="260" y="1160"/>
                      <a:pt x="581" y="1160"/>
                    </a:cubicBezTo>
                    <a:cubicBezTo>
                      <a:pt x="902" y="1160"/>
                      <a:pt x="1161" y="901"/>
                      <a:pt x="1161" y="580"/>
                    </a:cubicBezTo>
                    <a:cubicBezTo>
                      <a:pt x="1161" y="259"/>
                      <a:pt x="902" y="0"/>
                      <a:pt x="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10497158" y="4380039"/>
                <a:ext cx="37187" cy="37187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1161" extrusionOk="0">
                    <a:moveTo>
                      <a:pt x="581" y="1"/>
                    </a:moveTo>
                    <a:cubicBezTo>
                      <a:pt x="260" y="1"/>
                      <a:pt x="1" y="260"/>
                      <a:pt x="1" y="581"/>
                    </a:cubicBezTo>
                    <a:cubicBezTo>
                      <a:pt x="1" y="902"/>
                      <a:pt x="260" y="1161"/>
                      <a:pt x="581" y="1161"/>
                    </a:cubicBezTo>
                    <a:cubicBezTo>
                      <a:pt x="902" y="1161"/>
                      <a:pt x="1161" y="902"/>
                      <a:pt x="1161" y="581"/>
                    </a:cubicBezTo>
                    <a:cubicBezTo>
                      <a:pt x="1161" y="260"/>
                      <a:pt x="902" y="1"/>
                      <a:pt x="5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 panose="020B0604020202020204" charset="0"/>
                  <a:cs typeface="Archivo" panose="020B0604020202020204" charset="0"/>
                </a:endParaRPr>
              </a:p>
            </p:txBody>
          </p:sp>
        </p:grpSp>
      </p:grpSp>
      <p:sp>
        <p:nvSpPr>
          <p:cNvPr id="10" name="Google Shape;915;p31">
            <a:extLst>
              <a:ext uri="{FF2B5EF4-FFF2-40B4-BE49-F238E27FC236}">
                <a16:creationId xmlns:a16="http://schemas.microsoft.com/office/drawing/2014/main" id="{80929E6A-7976-C810-2679-30F96C040504}"/>
              </a:ext>
            </a:extLst>
          </p:cNvPr>
          <p:cNvSpPr txBox="1">
            <a:spLocks/>
          </p:cNvSpPr>
          <p:nvPr/>
        </p:nvSpPr>
        <p:spPr>
          <a:xfrm>
            <a:off x="602840" y="366663"/>
            <a:ext cx="5043949" cy="670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000" dirty="0">
                <a:latin typeface="Archivo" panose="020B0604020202020204" charset="0"/>
                <a:cs typeface="Archivo" panose="020B0604020202020204" charset="0"/>
              </a:rPr>
              <a:t>Entity Relationship Diagram (ERD)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86C8E-5D7E-B75D-E369-C6EB8618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271" y="1109131"/>
            <a:ext cx="6923457" cy="3936867"/>
          </a:xfrm>
          <a:prstGeom prst="rect">
            <a:avLst/>
          </a:prstGeom>
        </p:spPr>
      </p:pic>
      <p:sp>
        <p:nvSpPr>
          <p:cNvPr id="7" name="Rectangle: Rounded Corners 6">
            <a:hlinkClick r:id="rId4"/>
            <a:extLst>
              <a:ext uri="{FF2B5EF4-FFF2-40B4-BE49-F238E27FC236}">
                <a16:creationId xmlns:a16="http://schemas.microsoft.com/office/drawing/2014/main" id="{7CE19CC0-5F5D-FD3F-D8A8-49260E78E597}"/>
              </a:ext>
            </a:extLst>
          </p:cNvPr>
          <p:cNvSpPr/>
          <p:nvPr/>
        </p:nvSpPr>
        <p:spPr>
          <a:xfrm>
            <a:off x="8016949" y="4837814"/>
            <a:ext cx="1118466" cy="3056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chivo" panose="020B0604020202020204" charset="0"/>
                <a:cs typeface="Archivo" panose="020B060402020202020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Diagrams</a:t>
            </a:r>
            <a:endParaRPr lang="en-US" sz="1000" dirty="0">
              <a:solidFill>
                <a:schemeClr val="tx1"/>
              </a:solidFill>
              <a:latin typeface="Archivo" panose="020B0604020202020204" charset="0"/>
              <a:cs typeface="Archiv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49540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Opportunities in New Economic Sectors Project Proposal by Slidesgo">
  <a:themeElements>
    <a:clrScheme name="Simple Light">
      <a:dk1>
        <a:srgbClr val="333333"/>
      </a:dk1>
      <a:lt1>
        <a:srgbClr val="EFEFEF"/>
      </a:lt1>
      <a:dk2>
        <a:srgbClr val="42725C"/>
      </a:dk2>
      <a:lt2>
        <a:srgbClr val="B6C7D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437</Words>
  <Application>Microsoft Office PowerPoint</Application>
  <PresentationFormat>On-screen Show (16:9)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Anaheim</vt:lpstr>
      <vt:lpstr>Archivo</vt:lpstr>
      <vt:lpstr>Poppins</vt:lpstr>
      <vt:lpstr>Nunito Light</vt:lpstr>
      <vt:lpstr>Raleway</vt:lpstr>
      <vt:lpstr>Business Opportunities in New Economic Sectors Project Proposal by Slidesgo</vt:lpstr>
      <vt:lpstr>Project/Thesis Proposal Management System</vt:lpstr>
      <vt:lpstr>Background</vt:lpstr>
      <vt:lpstr>Objective</vt:lpstr>
      <vt:lpstr>Expected Outcomes</vt:lpstr>
      <vt:lpstr>Features</vt:lpstr>
      <vt:lpstr>Functional Requirements</vt:lpstr>
      <vt:lpstr>Non-functional Requirements</vt:lpstr>
      <vt:lpstr>Stakeholders</vt:lpstr>
      <vt:lpstr>System Architecture </vt:lpstr>
      <vt:lpstr>Use 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Project/Thesis Proposal Management System</dc:title>
  <cp:lastModifiedBy>Ashikur Rahman</cp:lastModifiedBy>
  <cp:revision>9</cp:revision>
  <dcterms:modified xsi:type="dcterms:W3CDTF">2026-09-02T05:44:53Z</dcterms:modified>
</cp:coreProperties>
</file>